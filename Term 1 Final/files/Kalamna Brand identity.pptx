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slideLayout" Target="../slideLayouts/slideLayout1.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28.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image" Target="../media/image-5-31.png"/><Relationship Id="rId32" Type="http://schemas.openxmlformats.org/officeDocument/2006/relationships/image" Target="../media/image-5-32.png"/><Relationship Id="rId33" Type="http://schemas.openxmlformats.org/officeDocument/2006/relationships/image" Target="../media/image-5-33.png"/><Relationship Id="rId34" Type="http://schemas.openxmlformats.org/officeDocument/2006/relationships/image" Target="../media/image-5-34.png"/><Relationship Id="rId35" Type="http://schemas.openxmlformats.org/officeDocument/2006/relationships/image" Target="../media/image-5-35.png"/><Relationship Id="rId36" Type="http://schemas.openxmlformats.org/officeDocument/2006/relationships/image" Target="../media/image-5-36.png"/><Relationship Id="rId37" Type="http://schemas.openxmlformats.org/officeDocument/2006/relationships/image" Target="../media/image-5-37.png"/><Relationship Id="rId38" Type="http://schemas.openxmlformats.org/officeDocument/2006/relationships/image" Target="../media/image-5-38.png"/><Relationship Id="rId39" Type="http://schemas.openxmlformats.org/officeDocument/2006/relationships/image" Target="../media/image-5-39.png"/><Relationship Id="rId40" Type="http://schemas.openxmlformats.org/officeDocument/2006/relationships/image" Target="../media/image-5-40.png"/><Relationship Id="rId41" Type="http://schemas.openxmlformats.org/officeDocument/2006/relationships/image" Target="../media/image-5-41.png"/><Relationship Id="rId42" Type="http://schemas.openxmlformats.org/officeDocument/2006/relationships/slideLayout" Target="../slideLayouts/slideLayout1.xml"/><Relationship Id="rId4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slideLayout" Target="../slideLayouts/slideLayout1.xml"/><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31D"/>
        </a:solidFill>
      </p:bgPr>
    </p:bg>
    <p:spTree>
      <p:nvGrpSpPr>
        <p:cNvPr id="1" name=""/>
        <p:cNvGrpSpPr/>
        <p:nvPr/>
      </p:nvGrpSpPr>
      <p:grpSpPr>
        <a:xfrm>
          <a:off x="0" y="0"/>
          <a:ext cx="0" cy="0"/>
          <a:chOff x="0" y="0"/>
          <a:chExt cx="0" cy="0"/>
        </a:xfrm>
      </p:grpSpPr>
      <p:sp>
        <p:nvSpPr>
          <p:cNvPr id="2" name="Shape 0"/>
          <p:cNvSpPr/>
          <p:nvPr/>
        </p:nvSpPr>
        <p:spPr>
          <a:xfrm>
            <a:off x="752475" y="3581400"/>
            <a:ext cx="7929563" cy="552450"/>
          </a:xfrm>
          <a:prstGeom prst="rect">
            <a:avLst/>
          </a:prstGeom>
          <a:noFill/>
          <a:ln/>
        </p:spPr>
      </p:sp>
      <p:sp>
        <p:nvSpPr>
          <p:cNvPr id="3" name="Shape 1"/>
          <p:cNvSpPr/>
          <p:nvPr/>
        </p:nvSpPr>
        <p:spPr>
          <a:xfrm rot="5400000">
            <a:off x="3829050" y="4967288"/>
            <a:ext cx="352425" cy="0"/>
          </a:xfrm>
          <a:prstGeom prst="line">
            <a:avLst/>
          </a:prstGeom>
          <a:noFill/>
          <a:ln w="11322">
            <a:solidFill>
              <a:srgbClr val="FFFFFF"/>
            </a:solidFill>
            <a:prstDash val="solid"/>
          </a:ln>
        </p:spPr>
      </p:sp>
      <p:sp>
        <p:nvSpPr>
          <p:cNvPr id="4" name="Shape 2"/>
          <p:cNvSpPr/>
          <p:nvPr/>
        </p:nvSpPr>
        <p:spPr>
          <a:xfrm rot="10800000">
            <a:off x="-114300" y="4791075"/>
            <a:ext cx="9256558" cy="0"/>
          </a:xfrm>
          <a:prstGeom prst="line">
            <a:avLst/>
          </a:prstGeom>
          <a:noFill/>
          <a:ln w="11322">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1657350" y="-114300"/>
            <a:ext cx="7486650" cy="3014663"/>
          </a:xfrm>
          <a:prstGeom prst="rect">
            <a:avLst/>
          </a:prstGeom>
        </p:spPr>
      </p:pic>
      <p:pic>
        <p:nvPicPr>
          <p:cNvPr id="6" name="Image 1" descr="preencoded.png">    </p:cNvPr>
          <p:cNvPicPr>
            <a:picLocks noChangeAspect="1"/>
          </p:cNvPicPr>
          <p:nvPr/>
        </p:nvPicPr>
        <p:blipFill>
          <a:blip r:embed="rId2"/>
          <a:stretch>
            <a:fillRect/>
          </a:stretch>
        </p:blipFill>
        <p:spPr>
          <a:xfrm>
            <a:off x="752475" y="623897"/>
            <a:ext cx="1456316" cy="245083"/>
          </a:xfrm>
          <a:prstGeom prst="rect">
            <a:avLst/>
          </a:prstGeom>
        </p:spPr>
      </p:pic>
      <p:pic>
        <p:nvPicPr>
          <p:cNvPr id="7" name="Image 2" descr="preencoded.png">    </p:cNvPr>
          <p:cNvPicPr>
            <a:picLocks noChangeAspect="1"/>
          </p:cNvPicPr>
          <p:nvPr/>
        </p:nvPicPr>
        <p:blipFill>
          <a:blip r:embed="rId3"/>
          <a:stretch>
            <a:fillRect/>
          </a:stretch>
        </p:blipFill>
        <p:spPr>
          <a:xfrm>
            <a:off x="762497" y="659123"/>
            <a:ext cx="563638" cy="191234"/>
          </a:xfrm>
          <a:prstGeom prst="rect">
            <a:avLst/>
          </a:prstGeom>
        </p:spPr>
      </p:pic>
      <p:pic>
        <p:nvPicPr>
          <p:cNvPr id="8" name="Image 3" descr="preencoded.png">    </p:cNvPr>
          <p:cNvPicPr>
            <a:picLocks noChangeAspect="1"/>
          </p:cNvPicPr>
          <p:nvPr/>
        </p:nvPicPr>
        <p:blipFill>
          <a:blip r:embed="rId4"/>
          <a:stretch>
            <a:fillRect/>
          </a:stretch>
        </p:blipFill>
        <p:spPr>
          <a:xfrm>
            <a:off x="1260710" y="623896"/>
            <a:ext cx="462577" cy="245075"/>
          </a:xfrm>
          <a:prstGeom prst="rect">
            <a:avLst/>
          </a:prstGeom>
        </p:spPr>
      </p:pic>
      <p:pic>
        <p:nvPicPr>
          <p:cNvPr id="9" name="Image 4" descr="preencoded.png">    </p:cNvPr>
          <p:cNvPicPr>
            <a:picLocks noChangeAspect="1"/>
          </p:cNvPicPr>
          <p:nvPr/>
        </p:nvPicPr>
        <p:blipFill>
          <a:blip r:embed="rId5"/>
          <a:stretch>
            <a:fillRect/>
          </a:stretch>
        </p:blipFill>
        <p:spPr>
          <a:xfrm>
            <a:off x="1839460" y="679250"/>
            <a:ext cx="369331" cy="189720"/>
          </a:xfrm>
          <a:prstGeom prst="rect">
            <a:avLst/>
          </a:prstGeom>
        </p:spPr>
      </p:pic>
      <p:sp>
        <p:nvSpPr>
          <p:cNvPr id="10" name="Text 3"/>
          <p:cNvSpPr/>
          <p:nvPr/>
        </p:nvSpPr>
        <p:spPr>
          <a:xfrm>
            <a:off x="604838" y="1128713"/>
            <a:ext cx="8763000" cy="2014538"/>
          </a:xfrm>
          <a:prstGeom prst="rect">
            <a:avLst/>
          </a:prstGeom>
          <a:noFill/>
          <a:ln/>
        </p:spPr>
        <p:txBody>
          <a:bodyPr wrap="square" rtlCol="0" anchor="ctr"/>
          <a:lstStyle/>
          <a:p>
            <a:pPr algn="l" indent="0" marL="0">
              <a:lnSpc>
                <a:spcPts val="8625"/>
              </a:lnSpc>
              <a:buNone/>
            </a:pPr>
            <a:r>
              <a:rPr lang="en-US" sz="8250" dirty="0">
                <a:solidFill>
                  <a:srgbClr val="FFFFFF">
                    <a:alpha val="99000"/>
                  </a:srgbClr>
                </a:solidFill>
                <a:latin typeface="IBM Plex Sans" pitchFamily="34" charset="0"/>
                <a:ea typeface="IBM Plex Sans" pitchFamily="34" charset="-122"/>
                <a:cs typeface="IBM Plex Sans" pitchFamily="34" charset="-120"/>
              </a:rPr>
              <a:t>Brand</a:t>
            </a:r>
            <a:pPr algn="l" indent="0" marL="0">
              <a:lnSpc>
                <a:spcPts val="8625"/>
              </a:lnSpc>
              <a:buNone/>
            </a:pPr>
            <a:r>
              <a:rPr lang="en-US" sz="8250" b="1" dirty="0">
                <a:solidFill>
                  <a:srgbClr val="FFFFFF">
                    <a:alpha val="99000"/>
                  </a:srgbClr>
                </a:solidFill>
                <a:latin typeface="IBM Plex Sans" pitchFamily="34" charset="0"/>
                <a:ea typeface="IBM Plex Sans" pitchFamily="34" charset="-122"/>
                <a:cs typeface="IBM Plex Sans" pitchFamily="34" charset="-120"/>
              </a:rPr>
              <a:t> </a:t>
            </a:r>
            <a:pPr algn="l" indent="0" marL="0">
              <a:lnSpc>
                <a:spcPts val="8625"/>
              </a:lnSpc>
              <a:buNone/>
            </a:pPr>
            <a:r>
              <a:rPr lang="en-US" sz="8250" dirty="0">
                <a:solidFill>
                  <a:srgbClr val="FFFFFF">
                    <a:alpha val="99000"/>
                  </a:srgbClr>
                </a:solidFill>
                <a:latin typeface="IBM Plex Sans" pitchFamily="34" charset="0"/>
                <a:ea typeface="IBM Plex Sans" pitchFamily="34" charset="-122"/>
                <a:cs typeface="IBM Plex Sans" pitchFamily="34" charset="-120"/>
              </a:rPr>
              <a:t>I</a:t>
            </a:r>
            <a:pPr algn="l" indent="0" marL="0">
              <a:lnSpc>
                <a:spcPts val="8625"/>
              </a:lnSpc>
              <a:buNone/>
            </a:pPr>
            <a:r>
              <a:rPr lang="en-US" sz="8250" b="1" dirty="0">
                <a:solidFill>
                  <a:srgbClr val="FFFFFF">
                    <a:alpha val="99000"/>
                  </a:srgbClr>
                </a:solidFill>
                <a:latin typeface="IBM Plex Sans" pitchFamily="34" charset="0"/>
                <a:ea typeface="IBM Plex Sans" pitchFamily="34" charset="-122"/>
                <a:cs typeface="IBM Plex Sans" pitchFamily="34" charset="-120"/>
              </a:rPr>
              <a:t>dentity </a:t>
            </a:r>
            <a:pPr algn="l" indent="0" marL="0">
              <a:lnSpc>
                <a:spcPts val="8625"/>
              </a:lnSpc>
              <a:buNone/>
            </a:pPr>
            <a:r>
              <a:rPr lang="en-US" sz="8250" dirty="0">
                <a:solidFill>
                  <a:srgbClr val="FFFFFF">
                    <a:alpha val="99000"/>
                  </a:srgbClr>
                </a:solidFill>
                <a:latin typeface="IBM Plex Sans" pitchFamily="34" charset="0"/>
                <a:ea typeface="IBM Plex Sans" pitchFamily="34" charset="-122"/>
                <a:cs typeface="IBM Plex Sans" pitchFamily="34" charset="-120"/>
              </a:rPr>
              <a:t>&amp;</a:t>
            </a:r>
            <a:endParaRPr lang="en-US" sz="8250" dirty="0"/>
          </a:p>
          <a:p>
            <a:pPr algn="l" indent="0" marL="0">
              <a:lnSpc>
                <a:spcPts val="8625"/>
              </a:lnSpc>
              <a:buNone/>
            </a:pPr>
            <a:r>
              <a:rPr lang="en-US" sz="8250" b="1" dirty="0">
                <a:solidFill>
                  <a:srgbClr val="FFFFFF">
                    <a:alpha val="99000"/>
                  </a:srgbClr>
                </a:solidFill>
                <a:latin typeface="IBM Plex Sans" pitchFamily="34" charset="0"/>
                <a:ea typeface="IBM Plex Sans" pitchFamily="34" charset="-122"/>
                <a:cs typeface="IBM Plex Sans" pitchFamily="34" charset="-120"/>
              </a:rPr>
              <a:t>Guidelines</a:t>
            </a:r>
            <a:endParaRPr lang="en-US" sz="8250" dirty="0"/>
          </a:p>
        </p:txBody>
      </p:sp>
      <p:sp>
        <p:nvSpPr>
          <p:cNvPr id="11" name="Text 4"/>
          <p:cNvSpPr/>
          <p:nvPr/>
        </p:nvSpPr>
        <p:spPr>
          <a:xfrm>
            <a:off x="4137492" y="4908414"/>
            <a:ext cx="194741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2025</a:t>
            </a:r>
            <a:endParaRPr lang="en-US" sz="669" dirty="0"/>
          </a:p>
        </p:txBody>
      </p:sp>
      <p:sp>
        <p:nvSpPr>
          <p:cNvPr id="12" name="Text 5"/>
          <p:cNvSpPr/>
          <p:nvPr/>
        </p:nvSpPr>
        <p:spPr>
          <a:xfrm>
            <a:off x="381000" y="4908414"/>
            <a:ext cx="197713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Kalamna Brand Guidelines</a:t>
            </a:r>
            <a:endParaRPr lang="en-US" sz="669" dirty="0"/>
          </a:p>
        </p:txBody>
      </p:sp>
      <p:sp>
        <p:nvSpPr>
          <p:cNvPr id="13" name="Text 6"/>
          <p:cNvSpPr/>
          <p:nvPr/>
        </p:nvSpPr>
        <p:spPr>
          <a:xfrm>
            <a:off x="752475" y="3581400"/>
            <a:ext cx="8386763" cy="200025"/>
          </a:xfrm>
          <a:prstGeom prst="rect">
            <a:avLst/>
          </a:prstGeom>
          <a:noFill/>
          <a:ln/>
        </p:spPr>
        <p:txBody>
          <a:bodyPr wrap="square" rtlCol="0" anchor="ctr"/>
          <a:lstStyle/>
          <a:p>
            <a:pPr algn="l" indent="0" marL="0">
              <a:lnSpc>
                <a:spcPts val="788"/>
              </a:lnSpc>
              <a:buNone/>
            </a:pPr>
            <a:r>
              <a:rPr lang="en-US" sz="1800" b="1" dirty="0">
                <a:solidFill>
                  <a:srgbClr val="FFFFFF">
                    <a:alpha val="99000"/>
                  </a:srgbClr>
                </a:solidFill>
                <a:latin typeface="IBM Plex Sans" pitchFamily="34" charset="0"/>
                <a:ea typeface="IBM Plex Sans" pitchFamily="34" charset="-122"/>
                <a:cs typeface="IBM Plex Sans" pitchFamily="34" charset="-120"/>
              </a:rPr>
              <a:t>Project Name: </a:t>
            </a:r>
            <a:pPr algn="l" indent="0" marL="0">
              <a:lnSpc>
                <a:spcPts val="788"/>
              </a:lnSpc>
              <a:buNone/>
            </a:pPr>
            <a:r>
              <a:rPr lang="en-US" sz="1800" dirty="0">
                <a:solidFill>
                  <a:srgbClr val="FFFFFF">
                    <a:alpha val="99000"/>
                  </a:srgbClr>
                </a:solidFill>
                <a:latin typeface="IBM Plex Sans" pitchFamily="34" charset="0"/>
                <a:ea typeface="IBM Plex Sans" pitchFamily="34" charset="-122"/>
                <a:cs typeface="IBM Plex Sans" pitchFamily="34" charset="-120"/>
              </a:rPr>
              <a:t>Kalamna</a:t>
            </a:r>
            <a:endParaRPr lang="en-US" sz="1800" dirty="0"/>
          </a:p>
        </p:txBody>
      </p:sp>
      <p:sp>
        <p:nvSpPr>
          <p:cNvPr id="14" name="Text 7"/>
          <p:cNvSpPr/>
          <p:nvPr/>
        </p:nvSpPr>
        <p:spPr>
          <a:xfrm>
            <a:off x="752475" y="3995738"/>
            <a:ext cx="8386763" cy="100013"/>
          </a:xfrm>
          <a:prstGeom prst="rect">
            <a:avLst/>
          </a:prstGeom>
          <a:noFill/>
          <a:ln/>
        </p:spPr>
        <p:txBody>
          <a:bodyPr wrap="square" rtlCol="0" anchor="ctr"/>
          <a:lstStyle/>
          <a:p>
            <a:pPr algn="l" indent="0" marL="0">
              <a:lnSpc>
                <a:spcPts val="788"/>
              </a:lnSpc>
              <a:buNone/>
            </a:pPr>
            <a:r>
              <a:rPr lang="en-US" sz="1800" b="1" dirty="0">
                <a:solidFill>
                  <a:srgbClr val="FFFFFF">
                    <a:alpha val="99000"/>
                  </a:srgbClr>
                </a:solidFill>
                <a:latin typeface="IBM Plex Sans" pitchFamily="34" charset="0"/>
                <a:ea typeface="IBM Plex Sans" pitchFamily="34" charset="-122"/>
                <a:cs typeface="IBM Plex Sans" pitchFamily="34" charset="-120"/>
              </a:rPr>
              <a:t>Product: </a:t>
            </a:r>
            <a:pPr algn="l" indent="0" marL="0">
              <a:lnSpc>
                <a:spcPts val="788"/>
              </a:lnSpc>
              <a:buNone/>
            </a:pPr>
            <a:r>
              <a:rPr lang="en-US" sz="1800" dirty="0">
                <a:solidFill>
                  <a:srgbClr val="FFFFFF">
                    <a:alpha val="99000"/>
                  </a:srgbClr>
                </a:solidFill>
                <a:latin typeface="IBM Plex Sans" pitchFamily="34" charset="0"/>
                <a:ea typeface="IBM Plex Sans" pitchFamily="34" charset="-122"/>
                <a:cs typeface="IBM Plex Sans" pitchFamily="34" charset="-120"/>
              </a:rPr>
              <a:t>Egyptian AI Customer Support Assistant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31D"/>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solidFill>
            <a:srgbClr val="FFFFFF"/>
          </a:solidFill>
          <a:ln w="11322">
            <a:solidFill>
              <a:srgbClr val="FFFFFF"/>
            </a:solidFill>
            <a:prstDash val="solid"/>
          </a:ln>
        </p:spPr>
      </p:sp>
      <p:sp>
        <p:nvSpPr>
          <p:cNvPr id="3" name="Shape 1"/>
          <p:cNvSpPr/>
          <p:nvPr/>
        </p:nvSpPr>
        <p:spPr>
          <a:xfrm rot="5400000">
            <a:off x="6188869" y="2574131"/>
            <a:ext cx="5148263" cy="0"/>
          </a:xfrm>
          <a:prstGeom prst="line">
            <a:avLst/>
          </a:prstGeom>
          <a:noFill/>
          <a:ln w="12700">
            <a:solidFill>
              <a:srgbClr val="A2A2A2"/>
            </a:solidFill>
            <a:prstDash val="solid"/>
          </a:ln>
        </p:spPr>
      </p:sp>
      <p:sp>
        <p:nvSpPr>
          <p:cNvPr id="4" name="Shape 2"/>
          <p:cNvSpPr/>
          <p:nvPr/>
        </p:nvSpPr>
        <p:spPr>
          <a:xfrm rot="-10800000">
            <a:off x="8763000" y="2509838"/>
            <a:ext cx="381000" cy="0"/>
          </a:xfrm>
          <a:prstGeom prst="line">
            <a:avLst/>
          </a:prstGeom>
          <a:noFill/>
          <a:ln w="12700">
            <a:solidFill>
              <a:srgbClr val="A2A2A2"/>
            </a:solidFill>
            <a:prstDash val="solid"/>
          </a:ln>
        </p:spPr>
      </p:sp>
      <p:sp>
        <p:nvSpPr>
          <p:cNvPr id="5" name="Shape 3"/>
          <p:cNvSpPr/>
          <p:nvPr/>
        </p:nvSpPr>
        <p:spPr>
          <a:xfrm>
            <a:off x="2005013" y="1943100"/>
            <a:ext cx="5137599" cy="1259365"/>
          </a:xfrm>
          <a:prstGeom prst="rect">
            <a:avLst/>
          </a:prstGeom>
          <a:noFill/>
          <a:ln/>
        </p:spPr>
      </p:sp>
      <p:sp>
        <p:nvSpPr>
          <p:cNvPr id="6" name="Shape 4"/>
          <p:cNvSpPr/>
          <p:nvPr/>
        </p:nvSpPr>
        <p:spPr>
          <a:xfrm rot="5400000">
            <a:off x="3829050" y="4967288"/>
            <a:ext cx="352425" cy="0"/>
          </a:xfrm>
          <a:prstGeom prst="line">
            <a:avLst/>
          </a:prstGeom>
          <a:solidFill>
            <a:srgbClr val="FFFFFF"/>
          </a:solidFill>
          <a:ln w="11322">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2005036" y="1943129"/>
            <a:ext cx="5137575" cy="864589"/>
          </a:xfrm>
          <a:prstGeom prst="rect">
            <a:avLst/>
          </a:prstGeom>
        </p:spPr>
      </p:pic>
      <p:pic>
        <p:nvPicPr>
          <p:cNvPr id="8" name="Image 1" descr="preencoded.png">    </p:cNvPr>
          <p:cNvPicPr>
            <a:picLocks noChangeAspect="1"/>
          </p:cNvPicPr>
          <p:nvPr/>
        </p:nvPicPr>
        <p:blipFill>
          <a:blip r:embed="rId2"/>
          <a:stretch>
            <a:fillRect/>
          </a:stretch>
        </p:blipFill>
        <p:spPr>
          <a:xfrm>
            <a:off x="2040521" y="2067397"/>
            <a:ext cx="1988384" cy="674631"/>
          </a:xfrm>
          <a:prstGeom prst="rect">
            <a:avLst/>
          </a:prstGeom>
        </p:spPr>
      </p:pic>
      <p:pic>
        <p:nvPicPr>
          <p:cNvPr id="9" name="Image 2" descr="preencoded.png">    </p:cNvPr>
          <p:cNvPicPr>
            <a:picLocks noChangeAspect="1"/>
          </p:cNvPicPr>
          <p:nvPr/>
        </p:nvPicPr>
        <p:blipFill>
          <a:blip r:embed="rId3"/>
          <a:stretch>
            <a:fillRect/>
          </a:stretch>
        </p:blipFill>
        <p:spPr>
          <a:xfrm>
            <a:off x="3797959" y="1943129"/>
            <a:ext cx="1631866" cy="864579"/>
          </a:xfrm>
          <a:prstGeom prst="rect">
            <a:avLst/>
          </a:prstGeom>
        </p:spPr>
      </p:pic>
      <p:pic>
        <p:nvPicPr>
          <p:cNvPr id="10" name="Image 3" descr="preencoded.png">    </p:cNvPr>
          <p:cNvPicPr>
            <a:picLocks noChangeAspect="1"/>
          </p:cNvPicPr>
          <p:nvPr/>
        </p:nvPicPr>
        <p:blipFill>
          <a:blip r:embed="rId4"/>
          <a:stretch>
            <a:fillRect/>
          </a:stretch>
        </p:blipFill>
        <p:spPr>
          <a:xfrm>
            <a:off x="5839808" y="2138411"/>
            <a:ext cx="1302776" cy="669296"/>
          </a:xfrm>
          <a:prstGeom prst="rect">
            <a:avLst/>
          </a:prstGeom>
        </p:spPr>
      </p:pic>
      <p:sp>
        <p:nvSpPr>
          <p:cNvPr id="11" name="Text 5"/>
          <p:cNvSpPr/>
          <p:nvPr/>
        </p:nvSpPr>
        <p:spPr>
          <a:xfrm>
            <a:off x="381000" y="4908414"/>
            <a:ext cx="197713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Kalamna Brand Guidelines</a:t>
            </a:r>
            <a:endParaRPr lang="en-US" sz="669" dirty="0"/>
          </a:p>
        </p:txBody>
      </p:sp>
      <p:sp>
        <p:nvSpPr>
          <p:cNvPr id="12" name="Text 6"/>
          <p:cNvSpPr/>
          <p:nvPr/>
        </p:nvSpPr>
        <p:spPr>
          <a:xfrm>
            <a:off x="4090987" y="4905375"/>
            <a:ext cx="642938"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Logo</a:t>
            </a:r>
            <a:endParaRPr lang="en-US" sz="669" dirty="0"/>
          </a:p>
        </p:txBody>
      </p:sp>
      <p:sp>
        <p:nvSpPr>
          <p:cNvPr id="13" name="Text 7"/>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02</a:t>
            </a:r>
            <a:endParaRPr lang="en-US" sz="669" dirty="0"/>
          </a:p>
        </p:txBody>
      </p:sp>
      <p:sp>
        <p:nvSpPr>
          <p:cNvPr id="14" name="Text 8"/>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2025</a:t>
            </a:r>
            <a:endParaRPr lang="en-US" sz="669" dirty="0"/>
          </a:p>
        </p:txBody>
      </p:sp>
      <p:sp>
        <p:nvSpPr>
          <p:cNvPr id="15" name="Text 9"/>
          <p:cNvSpPr/>
          <p:nvPr/>
        </p:nvSpPr>
        <p:spPr>
          <a:xfrm>
            <a:off x="2005012" y="3069115"/>
            <a:ext cx="5594799" cy="133350"/>
          </a:xfrm>
          <a:prstGeom prst="rect">
            <a:avLst/>
          </a:prstGeom>
          <a:noFill/>
          <a:ln/>
        </p:spPr>
        <p:txBody>
          <a:bodyPr wrap="square" rtlCol="0" anchor="ctr"/>
          <a:lstStyle/>
          <a:p>
            <a:pPr algn="ctr" indent="0" marL="0">
              <a:lnSpc>
                <a:spcPts val="1031"/>
              </a:lnSpc>
              <a:buNone/>
            </a:pPr>
            <a:r>
              <a:rPr lang="en-US" sz="1247" spc="137" kern="0" dirty="0">
                <a:solidFill>
                  <a:srgbClr val="9ACEFF">
                    <a:alpha val="99000"/>
                  </a:srgbClr>
                </a:solidFill>
                <a:latin typeface="DM Sans" pitchFamily="34" charset="0"/>
                <a:ea typeface="DM Sans" pitchFamily="34" charset="-122"/>
                <a:cs typeface="DM Sans" pitchFamily="34" charset="-120"/>
              </a:rPr>
              <a:t>UNDERSTANDS YOUR CUSTOMERS AS WELL AS YOU DO</a:t>
            </a:r>
            <a:endParaRPr lang="en-US" sz="124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solidFill>
            <a:srgbClr val="000000"/>
          </a:solidFill>
          <a:ln w="11322">
            <a:solidFill>
              <a:srgbClr val="000000"/>
            </a:solidFill>
            <a:prstDash val="solid"/>
          </a:ln>
        </p:spPr>
      </p:sp>
      <p:sp>
        <p:nvSpPr>
          <p:cNvPr id="3" name="Shape 1"/>
          <p:cNvSpPr/>
          <p:nvPr/>
        </p:nvSpPr>
        <p:spPr>
          <a:xfrm rot="5400000">
            <a:off x="6188869" y="2574131"/>
            <a:ext cx="5148263" cy="0"/>
          </a:xfrm>
          <a:prstGeom prst="line">
            <a:avLst/>
          </a:prstGeom>
          <a:noFill/>
          <a:ln w="12700">
            <a:solidFill>
              <a:srgbClr val="000000"/>
            </a:solidFill>
            <a:prstDash val="solid"/>
          </a:ln>
        </p:spPr>
      </p:sp>
      <p:sp>
        <p:nvSpPr>
          <p:cNvPr id="4" name="Shape 2"/>
          <p:cNvSpPr/>
          <p:nvPr/>
        </p:nvSpPr>
        <p:spPr>
          <a:xfrm rot="-10800000">
            <a:off x="8763000" y="2509838"/>
            <a:ext cx="381000" cy="0"/>
          </a:xfrm>
          <a:prstGeom prst="line">
            <a:avLst/>
          </a:prstGeom>
          <a:noFill/>
          <a:ln w="12700">
            <a:solidFill>
              <a:srgbClr val="000000"/>
            </a:solidFill>
            <a:prstDash val="solid"/>
          </a:ln>
        </p:spPr>
      </p:sp>
      <p:sp>
        <p:nvSpPr>
          <p:cNvPr id="5" name="Shape 3"/>
          <p:cNvSpPr/>
          <p:nvPr/>
        </p:nvSpPr>
        <p:spPr>
          <a:xfrm>
            <a:off x="2005013" y="1944049"/>
            <a:ext cx="5137599" cy="1257466"/>
          </a:xfrm>
          <a:prstGeom prst="rect">
            <a:avLst/>
          </a:prstGeom>
          <a:noFill/>
          <a:ln/>
        </p:spPr>
      </p:sp>
      <p:sp>
        <p:nvSpPr>
          <p:cNvPr id="6" name="Shape 4"/>
          <p:cNvSpPr/>
          <p:nvPr/>
        </p:nvSpPr>
        <p:spPr>
          <a:xfrm rot="5400000">
            <a:off x="3829050" y="4967288"/>
            <a:ext cx="352425" cy="0"/>
          </a:xfrm>
          <a:prstGeom prst="line">
            <a:avLst/>
          </a:prstGeom>
          <a:solidFill>
            <a:srgbClr val="000000"/>
          </a:solidFill>
          <a:ln w="11322">
            <a:solidFill>
              <a:srgbClr val="000000"/>
            </a:solidFill>
            <a:prstDash val="solid"/>
          </a:ln>
        </p:spPr>
      </p:sp>
      <p:pic>
        <p:nvPicPr>
          <p:cNvPr id="7" name="Image 0" descr="preencoded.png">    </p:cNvPr>
          <p:cNvPicPr>
            <a:picLocks noChangeAspect="1"/>
          </p:cNvPicPr>
          <p:nvPr/>
        </p:nvPicPr>
        <p:blipFill>
          <a:blip r:embed="rId1"/>
          <a:stretch>
            <a:fillRect/>
          </a:stretch>
        </p:blipFill>
        <p:spPr>
          <a:xfrm>
            <a:off x="2478820" y="2033496"/>
            <a:ext cx="1538509" cy="671446"/>
          </a:xfrm>
          <a:prstGeom prst="rect">
            <a:avLst/>
          </a:prstGeom>
        </p:spPr>
      </p:pic>
      <p:pic>
        <p:nvPicPr>
          <p:cNvPr id="8" name="Image 1" descr="preencoded.png">    </p:cNvPr>
          <p:cNvPicPr>
            <a:picLocks noChangeAspect="1"/>
          </p:cNvPicPr>
          <p:nvPr/>
        </p:nvPicPr>
        <p:blipFill>
          <a:blip r:embed="rId2"/>
          <a:stretch>
            <a:fillRect/>
          </a:stretch>
        </p:blipFill>
        <p:spPr>
          <a:xfrm>
            <a:off x="3926056" y="2033496"/>
            <a:ext cx="1538509" cy="671446"/>
          </a:xfrm>
          <a:prstGeom prst="rect">
            <a:avLst/>
          </a:prstGeom>
        </p:spPr>
      </p:pic>
      <p:pic>
        <p:nvPicPr>
          <p:cNvPr id="9" name="Image 2" descr="preencoded.png">    </p:cNvPr>
          <p:cNvPicPr>
            <a:picLocks noChangeAspect="1"/>
          </p:cNvPicPr>
          <p:nvPr/>
        </p:nvPicPr>
        <p:blipFill>
          <a:blip r:embed="rId3"/>
          <a:stretch>
            <a:fillRect/>
          </a:stretch>
        </p:blipFill>
        <p:spPr>
          <a:xfrm>
            <a:off x="5864708" y="2033496"/>
            <a:ext cx="1277901" cy="671446"/>
          </a:xfrm>
          <a:prstGeom prst="rect">
            <a:avLst/>
          </a:prstGeom>
        </p:spPr>
      </p:pic>
      <p:pic>
        <p:nvPicPr>
          <p:cNvPr id="10" name="Image 3" descr="preencoded.png">    </p:cNvPr>
          <p:cNvPicPr>
            <a:picLocks noChangeAspect="1"/>
          </p:cNvPicPr>
          <p:nvPr/>
        </p:nvPicPr>
        <p:blipFill>
          <a:blip r:embed="rId4"/>
          <a:stretch>
            <a:fillRect/>
          </a:stretch>
        </p:blipFill>
        <p:spPr>
          <a:xfrm>
            <a:off x="4121897" y="1944049"/>
            <a:ext cx="734616" cy="844614"/>
          </a:xfrm>
          <a:prstGeom prst="rect">
            <a:avLst/>
          </a:prstGeom>
        </p:spPr>
      </p:pic>
      <p:pic>
        <p:nvPicPr>
          <p:cNvPr id="11" name="Image 4" descr="preencoded.png">    </p:cNvPr>
          <p:cNvPicPr>
            <a:picLocks noChangeAspect="1"/>
          </p:cNvPicPr>
          <p:nvPr/>
        </p:nvPicPr>
        <p:blipFill>
          <a:blip r:embed="rId5"/>
          <a:stretch>
            <a:fillRect/>
          </a:stretch>
        </p:blipFill>
        <p:spPr>
          <a:xfrm>
            <a:off x="2005061" y="1944049"/>
            <a:ext cx="548278" cy="862719"/>
          </a:xfrm>
          <a:prstGeom prst="rect">
            <a:avLst/>
          </a:prstGeom>
        </p:spPr>
      </p:pic>
      <p:pic>
        <p:nvPicPr>
          <p:cNvPr id="12" name="Image 5" descr="preencoded.png">    </p:cNvPr>
          <p:cNvPicPr>
            <a:picLocks noChangeAspect="1"/>
          </p:cNvPicPr>
          <p:nvPr/>
        </p:nvPicPr>
        <p:blipFill>
          <a:blip r:embed="rId6"/>
          <a:stretch>
            <a:fillRect/>
          </a:stretch>
        </p:blipFill>
        <p:spPr>
          <a:xfrm>
            <a:off x="2678766" y="1953087"/>
            <a:ext cx="734602" cy="844640"/>
          </a:xfrm>
          <a:prstGeom prst="rect">
            <a:avLst/>
          </a:prstGeom>
        </p:spPr>
      </p:pic>
      <p:pic>
        <p:nvPicPr>
          <p:cNvPr id="13" name="Image 6" descr="preencoded.png">    </p:cNvPr>
          <p:cNvPicPr>
            <a:picLocks noChangeAspect="1"/>
          </p:cNvPicPr>
          <p:nvPr/>
        </p:nvPicPr>
        <p:blipFill>
          <a:blip r:embed="rId7"/>
          <a:stretch>
            <a:fillRect/>
          </a:stretch>
        </p:blipFill>
        <p:spPr>
          <a:xfrm>
            <a:off x="3501495" y="1944049"/>
            <a:ext cx="535805" cy="862719"/>
          </a:xfrm>
          <a:prstGeom prst="rect">
            <a:avLst/>
          </a:prstGeom>
        </p:spPr>
      </p:pic>
      <p:pic>
        <p:nvPicPr>
          <p:cNvPr id="14" name="Image 7" descr="preencoded.png">    </p:cNvPr>
          <p:cNvPicPr>
            <a:picLocks noChangeAspect="1"/>
          </p:cNvPicPr>
          <p:nvPr/>
        </p:nvPicPr>
        <p:blipFill>
          <a:blip r:embed="rId8"/>
          <a:stretch>
            <a:fillRect/>
          </a:stretch>
        </p:blipFill>
        <p:spPr>
          <a:xfrm>
            <a:off x="4948094" y="1944049"/>
            <a:ext cx="616595" cy="862719"/>
          </a:xfrm>
          <a:prstGeom prst="rect">
            <a:avLst/>
          </a:prstGeom>
        </p:spPr>
      </p:pic>
      <p:pic>
        <p:nvPicPr>
          <p:cNvPr id="15" name="Image 8" descr="preencoded.png">    </p:cNvPr>
          <p:cNvPicPr>
            <a:picLocks noChangeAspect="1"/>
          </p:cNvPicPr>
          <p:nvPr/>
        </p:nvPicPr>
        <p:blipFill>
          <a:blip r:embed="rId9"/>
          <a:stretch>
            <a:fillRect/>
          </a:stretch>
        </p:blipFill>
        <p:spPr>
          <a:xfrm>
            <a:off x="5652914" y="1944049"/>
            <a:ext cx="666996" cy="862719"/>
          </a:xfrm>
          <a:prstGeom prst="rect">
            <a:avLst/>
          </a:prstGeom>
        </p:spPr>
      </p:pic>
      <p:pic>
        <p:nvPicPr>
          <p:cNvPr id="16" name="Image 9" descr="preencoded.png">    </p:cNvPr>
          <p:cNvPicPr>
            <a:picLocks noChangeAspect="1"/>
          </p:cNvPicPr>
          <p:nvPr/>
        </p:nvPicPr>
        <p:blipFill>
          <a:blip r:embed="rId10"/>
          <a:stretch>
            <a:fillRect/>
          </a:stretch>
        </p:blipFill>
        <p:spPr>
          <a:xfrm>
            <a:off x="6407929" y="1953087"/>
            <a:ext cx="734681" cy="844640"/>
          </a:xfrm>
          <a:prstGeom prst="rect">
            <a:avLst/>
          </a:prstGeom>
        </p:spPr>
      </p:pic>
      <p:pic>
        <p:nvPicPr>
          <p:cNvPr id="17" name="Image 10" descr="preencoded.png">    </p:cNvPr>
          <p:cNvPicPr>
            <a:picLocks noChangeAspect="1"/>
          </p:cNvPicPr>
          <p:nvPr/>
        </p:nvPicPr>
        <p:blipFill>
          <a:blip r:embed="rId11"/>
          <a:stretch>
            <a:fillRect/>
          </a:stretch>
        </p:blipFill>
        <p:spPr>
          <a:xfrm>
            <a:off x="2005014" y="1944049"/>
            <a:ext cx="548274" cy="862719"/>
          </a:xfrm>
          <a:prstGeom prst="rect">
            <a:avLst/>
          </a:prstGeom>
        </p:spPr>
      </p:pic>
      <p:pic>
        <p:nvPicPr>
          <p:cNvPr id="18" name="Image 11" descr="preencoded.png">    </p:cNvPr>
          <p:cNvPicPr>
            <a:picLocks noChangeAspect="1"/>
          </p:cNvPicPr>
          <p:nvPr/>
        </p:nvPicPr>
        <p:blipFill>
          <a:blip r:embed="rId12"/>
          <a:stretch>
            <a:fillRect/>
          </a:stretch>
        </p:blipFill>
        <p:spPr>
          <a:xfrm>
            <a:off x="2678683" y="1953087"/>
            <a:ext cx="734602" cy="844640"/>
          </a:xfrm>
          <a:prstGeom prst="rect">
            <a:avLst/>
          </a:prstGeom>
        </p:spPr>
      </p:pic>
      <p:pic>
        <p:nvPicPr>
          <p:cNvPr id="19" name="Image 12" descr="preencoded.png">    </p:cNvPr>
          <p:cNvPicPr>
            <a:picLocks noChangeAspect="1"/>
          </p:cNvPicPr>
          <p:nvPr/>
        </p:nvPicPr>
        <p:blipFill>
          <a:blip r:embed="rId13"/>
          <a:stretch>
            <a:fillRect/>
          </a:stretch>
        </p:blipFill>
        <p:spPr>
          <a:xfrm>
            <a:off x="3501447" y="1944049"/>
            <a:ext cx="535804" cy="862719"/>
          </a:xfrm>
          <a:prstGeom prst="rect">
            <a:avLst/>
          </a:prstGeom>
        </p:spPr>
      </p:pic>
      <p:pic>
        <p:nvPicPr>
          <p:cNvPr id="20" name="Image 13" descr="preencoded.png">    </p:cNvPr>
          <p:cNvPicPr>
            <a:picLocks noChangeAspect="1"/>
          </p:cNvPicPr>
          <p:nvPr/>
        </p:nvPicPr>
        <p:blipFill>
          <a:blip r:embed="rId14"/>
          <a:stretch>
            <a:fillRect/>
          </a:stretch>
        </p:blipFill>
        <p:spPr>
          <a:xfrm>
            <a:off x="4121826" y="1944049"/>
            <a:ext cx="734616" cy="844614"/>
          </a:xfrm>
          <a:prstGeom prst="rect">
            <a:avLst/>
          </a:prstGeom>
        </p:spPr>
      </p:pic>
      <p:pic>
        <p:nvPicPr>
          <p:cNvPr id="21" name="Image 14" descr="preencoded.png">    </p:cNvPr>
          <p:cNvPicPr>
            <a:picLocks noChangeAspect="1"/>
          </p:cNvPicPr>
          <p:nvPr/>
        </p:nvPicPr>
        <p:blipFill>
          <a:blip r:embed="rId15"/>
          <a:stretch>
            <a:fillRect/>
          </a:stretch>
        </p:blipFill>
        <p:spPr>
          <a:xfrm>
            <a:off x="4948035" y="1944049"/>
            <a:ext cx="616609" cy="862719"/>
          </a:xfrm>
          <a:prstGeom prst="rect">
            <a:avLst/>
          </a:prstGeom>
        </p:spPr>
      </p:pic>
      <p:pic>
        <p:nvPicPr>
          <p:cNvPr id="22" name="Image 15" descr="preencoded.png">    </p:cNvPr>
          <p:cNvPicPr>
            <a:picLocks noChangeAspect="1"/>
          </p:cNvPicPr>
          <p:nvPr/>
        </p:nvPicPr>
        <p:blipFill>
          <a:blip r:embed="rId16"/>
          <a:stretch>
            <a:fillRect/>
          </a:stretch>
        </p:blipFill>
        <p:spPr>
          <a:xfrm>
            <a:off x="5652833" y="1944049"/>
            <a:ext cx="666996" cy="862719"/>
          </a:xfrm>
          <a:prstGeom prst="rect">
            <a:avLst/>
          </a:prstGeom>
        </p:spPr>
      </p:pic>
      <p:pic>
        <p:nvPicPr>
          <p:cNvPr id="23" name="Image 16" descr="preencoded.png">    </p:cNvPr>
          <p:cNvPicPr>
            <a:picLocks noChangeAspect="1"/>
          </p:cNvPicPr>
          <p:nvPr/>
        </p:nvPicPr>
        <p:blipFill>
          <a:blip r:embed="rId17"/>
          <a:stretch>
            <a:fillRect/>
          </a:stretch>
        </p:blipFill>
        <p:spPr>
          <a:xfrm>
            <a:off x="6407852" y="1953087"/>
            <a:ext cx="734681" cy="844640"/>
          </a:xfrm>
          <a:prstGeom prst="rect">
            <a:avLst/>
          </a:prstGeom>
        </p:spPr>
      </p:pic>
      <p:sp>
        <p:nvSpPr>
          <p:cNvPr id="24" name="Text 5"/>
          <p:cNvSpPr/>
          <p:nvPr/>
        </p:nvSpPr>
        <p:spPr>
          <a:xfrm>
            <a:off x="381000" y="4908414"/>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Kalamna Brand Guidelines</a:t>
            </a:r>
            <a:endParaRPr lang="en-US" sz="669" dirty="0"/>
          </a:p>
        </p:txBody>
      </p:sp>
      <p:sp>
        <p:nvSpPr>
          <p:cNvPr id="25" name="Text 6"/>
          <p:cNvSpPr/>
          <p:nvPr/>
        </p:nvSpPr>
        <p:spPr>
          <a:xfrm>
            <a:off x="4090987" y="4905375"/>
            <a:ext cx="881063"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Logo - light</a:t>
            </a:r>
            <a:endParaRPr lang="en-US" sz="669" dirty="0"/>
          </a:p>
        </p:txBody>
      </p:sp>
      <p:sp>
        <p:nvSpPr>
          <p:cNvPr id="26" name="Text 7"/>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27" name="Text 8"/>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03</a:t>
            </a:r>
            <a:endParaRPr lang="en-US" sz="669" dirty="0"/>
          </a:p>
        </p:txBody>
      </p:sp>
      <p:sp>
        <p:nvSpPr>
          <p:cNvPr id="28" name="Text 9"/>
          <p:cNvSpPr/>
          <p:nvPr/>
        </p:nvSpPr>
        <p:spPr>
          <a:xfrm>
            <a:off x="2005013" y="3068166"/>
            <a:ext cx="5594799" cy="133350"/>
          </a:xfrm>
          <a:prstGeom prst="rect">
            <a:avLst/>
          </a:prstGeom>
          <a:noFill/>
          <a:ln/>
        </p:spPr>
        <p:txBody>
          <a:bodyPr wrap="square" rtlCol="0" anchor="ctr"/>
          <a:lstStyle/>
          <a:p>
            <a:pPr algn="ctr" indent="0" marL="0">
              <a:lnSpc>
                <a:spcPts val="1031"/>
              </a:lnSpc>
              <a:buNone/>
            </a:pPr>
            <a:r>
              <a:rPr lang="en-US" sz="1247" spc="137" kern="0" dirty="0">
                <a:solidFill>
                  <a:srgbClr val="095398">
                    <a:alpha val="99000"/>
                  </a:srgbClr>
                </a:solidFill>
                <a:latin typeface="DM Sans" pitchFamily="34" charset="0"/>
                <a:ea typeface="DM Sans" pitchFamily="34" charset="-122"/>
                <a:cs typeface="DM Sans" pitchFamily="34" charset="-120"/>
              </a:rPr>
              <a:t>UNDERSTANDS YOUR CUSTOMERS AS WELL AS YOU DO</a:t>
            </a:r>
            <a:endParaRPr lang="en-US" sz="124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31D"/>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FFFFFF"/>
            </a:solidFill>
            <a:prstDash val="solid"/>
          </a:ln>
        </p:spPr>
      </p:sp>
      <p:sp>
        <p:nvSpPr>
          <p:cNvPr id="3" name="Shape 1"/>
          <p:cNvSpPr/>
          <p:nvPr/>
        </p:nvSpPr>
        <p:spPr>
          <a:xfrm rot="10800000">
            <a:off x="0" y="3709988"/>
            <a:ext cx="8763000" cy="0"/>
          </a:xfrm>
          <a:prstGeom prst="line">
            <a:avLst/>
          </a:prstGeom>
          <a:noFill/>
          <a:ln w="12700">
            <a:solidFill>
              <a:srgbClr val="FFFFFF"/>
            </a:solidFill>
            <a:prstDash val="solid"/>
          </a:ln>
        </p:spPr>
      </p:sp>
      <p:sp>
        <p:nvSpPr>
          <p:cNvPr id="4" name="Shape 2"/>
          <p:cNvSpPr/>
          <p:nvPr/>
        </p:nvSpPr>
        <p:spPr>
          <a:xfrm rot="5400000">
            <a:off x="2933700" y="4433888"/>
            <a:ext cx="1438275" cy="0"/>
          </a:xfrm>
          <a:prstGeom prst="line">
            <a:avLst/>
          </a:prstGeom>
          <a:noFill/>
          <a:ln w="12700">
            <a:solidFill>
              <a:srgbClr val="FFFFFF"/>
            </a:solidFill>
            <a:prstDash val="solid"/>
          </a:ln>
        </p:spPr>
      </p:sp>
      <p:sp>
        <p:nvSpPr>
          <p:cNvPr id="5" name="Shape 3"/>
          <p:cNvSpPr/>
          <p:nvPr/>
        </p:nvSpPr>
        <p:spPr>
          <a:xfrm>
            <a:off x="3800475" y="3843338"/>
            <a:ext cx="4862513" cy="771525"/>
          </a:xfrm>
          <a:prstGeom prst="rect">
            <a:avLst/>
          </a:prstGeom>
          <a:noFill/>
          <a:ln/>
        </p:spPr>
      </p:sp>
      <p:sp>
        <p:nvSpPr>
          <p:cNvPr id="6" name="Shape 4"/>
          <p:cNvSpPr/>
          <p:nvPr/>
        </p:nvSpPr>
        <p:spPr>
          <a:xfrm rot="5400000">
            <a:off x="6188869" y="2574131"/>
            <a:ext cx="5148263" cy="0"/>
          </a:xfrm>
          <a:prstGeom prst="line">
            <a:avLst/>
          </a:prstGeom>
          <a:noFill/>
          <a:ln w="12700">
            <a:solidFill>
              <a:srgbClr val="FFFFFF"/>
            </a:solidFill>
            <a:prstDash val="solid"/>
          </a:ln>
        </p:spPr>
      </p:sp>
      <p:sp>
        <p:nvSpPr>
          <p:cNvPr id="7" name="Shape 5"/>
          <p:cNvSpPr/>
          <p:nvPr/>
        </p:nvSpPr>
        <p:spPr>
          <a:xfrm rot="-10800000">
            <a:off x="8763000" y="2509838"/>
            <a:ext cx="381000" cy="0"/>
          </a:xfrm>
          <a:prstGeom prst="line">
            <a:avLst/>
          </a:prstGeom>
          <a:noFill/>
          <a:ln w="12700">
            <a:solidFill>
              <a:srgbClr val="FFFFFF"/>
            </a:solidFill>
            <a:prstDash val="solid"/>
          </a:ln>
        </p:spPr>
      </p:sp>
      <p:sp>
        <p:nvSpPr>
          <p:cNvPr id="8" name="Shape 6"/>
          <p:cNvSpPr/>
          <p:nvPr/>
        </p:nvSpPr>
        <p:spPr>
          <a:xfrm>
            <a:off x="2019300" y="1600200"/>
            <a:ext cx="4657725" cy="300038"/>
          </a:xfrm>
          <a:prstGeom prst="rect">
            <a:avLst/>
          </a:prstGeom>
          <a:solidFill>
            <a:srgbClr val="FFD5D5">
              <a:alpha val="0"/>
            </a:srgbClr>
          </a:solidFill>
          <a:ln/>
        </p:spPr>
      </p:sp>
      <p:sp>
        <p:nvSpPr>
          <p:cNvPr id="9" name="Shape 7"/>
          <p:cNvSpPr/>
          <p:nvPr/>
        </p:nvSpPr>
        <p:spPr>
          <a:xfrm>
            <a:off x="1419225" y="1628775"/>
            <a:ext cx="6186488" cy="0"/>
          </a:xfrm>
          <a:prstGeom prst="line">
            <a:avLst/>
          </a:prstGeom>
          <a:noFill/>
          <a:ln w="12700">
            <a:solidFill>
              <a:srgbClr val="FFFFFF"/>
            </a:solidFill>
            <a:prstDash val="dash"/>
          </a:ln>
        </p:spPr>
      </p:sp>
      <p:sp>
        <p:nvSpPr>
          <p:cNvPr id="10" name="Shape 8"/>
          <p:cNvSpPr/>
          <p:nvPr/>
        </p:nvSpPr>
        <p:spPr>
          <a:xfrm rot="5400000">
            <a:off x="978694" y="2016919"/>
            <a:ext cx="2528888" cy="0"/>
          </a:xfrm>
          <a:prstGeom prst="line">
            <a:avLst/>
          </a:prstGeom>
          <a:noFill/>
          <a:ln w="12700">
            <a:solidFill>
              <a:srgbClr val="FFFFFF"/>
            </a:solidFill>
            <a:prstDash val="dash"/>
          </a:ln>
        </p:spPr>
      </p:sp>
      <p:sp>
        <p:nvSpPr>
          <p:cNvPr id="11" name="Shape 9"/>
          <p:cNvSpPr/>
          <p:nvPr/>
        </p:nvSpPr>
        <p:spPr>
          <a:xfrm rot="5400000">
            <a:off x="5626894" y="2016919"/>
            <a:ext cx="2528888" cy="0"/>
          </a:xfrm>
          <a:prstGeom prst="line">
            <a:avLst/>
          </a:prstGeom>
          <a:noFill/>
          <a:ln w="12700">
            <a:solidFill>
              <a:srgbClr val="FFFFFF"/>
            </a:solidFill>
            <a:prstDash val="dash"/>
          </a:ln>
        </p:spPr>
      </p:sp>
      <p:sp>
        <p:nvSpPr>
          <p:cNvPr id="12" name="Shape 10"/>
          <p:cNvSpPr/>
          <p:nvPr/>
        </p:nvSpPr>
        <p:spPr>
          <a:xfrm>
            <a:off x="1419225" y="2409825"/>
            <a:ext cx="6186488" cy="0"/>
          </a:xfrm>
          <a:prstGeom prst="line">
            <a:avLst/>
          </a:prstGeom>
          <a:noFill/>
          <a:ln w="12700">
            <a:solidFill>
              <a:srgbClr val="FFFFFF"/>
            </a:solidFill>
            <a:prstDash val="dash"/>
          </a:ln>
        </p:spPr>
      </p:sp>
      <p:sp>
        <p:nvSpPr>
          <p:cNvPr id="13" name="Shape 11"/>
          <p:cNvSpPr/>
          <p:nvPr/>
        </p:nvSpPr>
        <p:spPr>
          <a:xfrm>
            <a:off x="2767013" y="752475"/>
            <a:ext cx="204788" cy="2528888"/>
          </a:xfrm>
          <a:prstGeom prst="rect">
            <a:avLst/>
          </a:prstGeom>
          <a:solidFill>
            <a:srgbClr val="FFCECE">
              <a:alpha val="0"/>
            </a:srgbClr>
          </a:solidFill>
          <a:ln/>
        </p:spPr>
      </p:sp>
      <p:sp>
        <p:nvSpPr>
          <p:cNvPr id="14" name="Shape 12"/>
          <p:cNvSpPr/>
          <p:nvPr/>
        </p:nvSpPr>
        <p:spPr>
          <a:xfrm>
            <a:off x="2024062" y="-1415142"/>
            <a:ext cx="90488" cy="6864123"/>
          </a:xfrm>
          <a:prstGeom prst="rect">
            <a:avLst/>
          </a:prstGeom>
          <a:solidFill>
            <a:srgbClr val="FFCECE">
              <a:alpha val="0"/>
            </a:srgbClr>
          </a:solidFill>
          <a:ln/>
        </p:spPr>
      </p:sp>
      <p:sp>
        <p:nvSpPr>
          <p:cNvPr id="15" name="Shape 13"/>
          <p:cNvSpPr/>
          <p:nvPr/>
        </p:nvSpPr>
        <p:spPr>
          <a:xfrm>
            <a:off x="3381375" y="752475"/>
            <a:ext cx="52388" cy="2528888"/>
          </a:xfrm>
          <a:prstGeom prst="rect">
            <a:avLst/>
          </a:prstGeom>
          <a:solidFill>
            <a:srgbClr val="FFCECE">
              <a:alpha val="0"/>
            </a:srgbClr>
          </a:solidFill>
          <a:ln/>
        </p:spPr>
      </p:sp>
      <p:sp>
        <p:nvSpPr>
          <p:cNvPr id="16" name="Shape 14"/>
          <p:cNvSpPr/>
          <p:nvPr/>
        </p:nvSpPr>
        <p:spPr>
          <a:xfrm>
            <a:off x="3700463" y="752475"/>
            <a:ext cx="57150" cy="2528888"/>
          </a:xfrm>
          <a:prstGeom prst="rect">
            <a:avLst/>
          </a:prstGeom>
          <a:solidFill>
            <a:srgbClr val="FFCECE">
              <a:alpha val="0"/>
            </a:srgbClr>
          </a:solidFill>
          <a:ln/>
        </p:spPr>
      </p:sp>
      <p:sp>
        <p:nvSpPr>
          <p:cNvPr id="17" name="Shape 15"/>
          <p:cNvSpPr/>
          <p:nvPr/>
        </p:nvSpPr>
        <p:spPr>
          <a:xfrm>
            <a:off x="4152900" y="752475"/>
            <a:ext cx="57150" cy="2528888"/>
          </a:xfrm>
          <a:prstGeom prst="rect">
            <a:avLst/>
          </a:prstGeom>
          <a:solidFill>
            <a:srgbClr val="FFCECE">
              <a:alpha val="0"/>
            </a:srgbClr>
          </a:solidFill>
          <a:ln/>
        </p:spPr>
      </p:sp>
      <p:sp>
        <p:nvSpPr>
          <p:cNvPr id="18" name="Shape 16"/>
          <p:cNvSpPr/>
          <p:nvPr/>
        </p:nvSpPr>
        <p:spPr>
          <a:xfrm>
            <a:off x="4514850" y="752475"/>
            <a:ext cx="57150" cy="2528888"/>
          </a:xfrm>
          <a:prstGeom prst="rect">
            <a:avLst/>
          </a:prstGeom>
          <a:solidFill>
            <a:srgbClr val="FFCECE">
              <a:alpha val="0"/>
            </a:srgbClr>
          </a:solidFill>
          <a:ln/>
        </p:spPr>
      </p:sp>
      <p:sp>
        <p:nvSpPr>
          <p:cNvPr id="19" name="Shape 17"/>
          <p:cNvSpPr/>
          <p:nvPr/>
        </p:nvSpPr>
        <p:spPr>
          <a:xfrm>
            <a:off x="4672013" y="752475"/>
            <a:ext cx="66675" cy="2528888"/>
          </a:xfrm>
          <a:prstGeom prst="rect">
            <a:avLst/>
          </a:prstGeom>
          <a:solidFill>
            <a:srgbClr val="FFCECE">
              <a:alpha val="0"/>
            </a:srgbClr>
          </a:solidFill>
          <a:ln/>
        </p:spPr>
      </p:sp>
      <p:sp>
        <p:nvSpPr>
          <p:cNvPr id="20" name="Shape 18"/>
          <p:cNvSpPr/>
          <p:nvPr/>
        </p:nvSpPr>
        <p:spPr>
          <a:xfrm>
            <a:off x="5186363" y="752475"/>
            <a:ext cx="52388" cy="2528888"/>
          </a:xfrm>
          <a:prstGeom prst="rect">
            <a:avLst/>
          </a:prstGeom>
          <a:solidFill>
            <a:srgbClr val="FFCECE">
              <a:alpha val="0"/>
            </a:srgbClr>
          </a:solidFill>
          <a:ln/>
        </p:spPr>
      </p:sp>
      <p:sp>
        <p:nvSpPr>
          <p:cNvPr id="21" name="Shape 19"/>
          <p:cNvSpPr/>
          <p:nvPr/>
        </p:nvSpPr>
        <p:spPr>
          <a:xfrm>
            <a:off x="5534025" y="752475"/>
            <a:ext cx="57150" cy="2528888"/>
          </a:xfrm>
          <a:prstGeom prst="rect">
            <a:avLst/>
          </a:prstGeom>
          <a:solidFill>
            <a:srgbClr val="FFCECE">
              <a:alpha val="0"/>
            </a:srgbClr>
          </a:solidFill>
          <a:ln/>
        </p:spPr>
      </p:sp>
      <p:sp>
        <p:nvSpPr>
          <p:cNvPr id="22" name="Shape 20"/>
          <p:cNvSpPr/>
          <p:nvPr/>
        </p:nvSpPr>
        <p:spPr>
          <a:xfrm>
            <a:off x="5686425" y="752475"/>
            <a:ext cx="52388" cy="2528888"/>
          </a:xfrm>
          <a:prstGeom prst="rect">
            <a:avLst/>
          </a:prstGeom>
          <a:solidFill>
            <a:srgbClr val="FFCECE">
              <a:alpha val="0"/>
            </a:srgbClr>
          </a:solidFill>
          <a:ln/>
        </p:spPr>
      </p:sp>
      <p:sp>
        <p:nvSpPr>
          <p:cNvPr id="23" name="Shape 21"/>
          <p:cNvSpPr/>
          <p:nvPr/>
        </p:nvSpPr>
        <p:spPr>
          <a:xfrm>
            <a:off x="6200775" y="752475"/>
            <a:ext cx="61912" cy="2528888"/>
          </a:xfrm>
          <a:prstGeom prst="rect">
            <a:avLst/>
          </a:prstGeom>
          <a:solidFill>
            <a:srgbClr val="FFCECE">
              <a:alpha val="0"/>
            </a:srgbClr>
          </a:solidFill>
          <a:ln/>
        </p:spPr>
      </p:sp>
      <p:sp>
        <p:nvSpPr>
          <p:cNvPr id="24" name="Shape 22"/>
          <p:cNvSpPr/>
          <p:nvPr/>
        </p:nvSpPr>
        <p:spPr>
          <a:xfrm>
            <a:off x="6634163" y="752475"/>
            <a:ext cx="33338" cy="2528888"/>
          </a:xfrm>
          <a:prstGeom prst="rect">
            <a:avLst/>
          </a:prstGeom>
          <a:solidFill>
            <a:srgbClr val="FFCECE">
              <a:alpha val="0"/>
            </a:srgbClr>
          </a:solidFill>
          <a:ln/>
        </p:spPr>
      </p:sp>
      <p:sp>
        <p:nvSpPr>
          <p:cNvPr id="25" name="Shape 23"/>
          <p:cNvSpPr/>
          <p:nvPr/>
        </p:nvSpPr>
        <p:spPr>
          <a:xfrm>
            <a:off x="3800475" y="3843338"/>
            <a:ext cx="2343150" cy="771525"/>
          </a:xfrm>
          <a:prstGeom prst="rect">
            <a:avLst/>
          </a:prstGeom>
          <a:noFill/>
          <a:ln/>
        </p:spPr>
      </p:sp>
      <p:sp>
        <p:nvSpPr>
          <p:cNvPr id="26" name="Shape 24"/>
          <p:cNvSpPr/>
          <p:nvPr/>
        </p:nvSpPr>
        <p:spPr>
          <a:xfrm>
            <a:off x="6319838" y="3843338"/>
            <a:ext cx="2343150" cy="771525"/>
          </a:xfrm>
          <a:prstGeom prst="rect">
            <a:avLst/>
          </a:prstGeom>
          <a:noFill/>
          <a:ln/>
        </p:spPr>
      </p:sp>
      <p:pic>
        <p:nvPicPr>
          <p:cNvPr id="27" name="Image 0" descr="preencoded.png">    </p:cNvPr>
          <p:cNvPicPr>
            <a:picLocks noChangeAspect="1"/>
          </p:cNvPicPr>
          <p:nvPr/>
        </p:nvPicPr>
        <p:blipFill>
          <a:blip r:embed="rId1"/>
          <a:stretch>
            <a:fillRect/>
          </a:stretch>
        </p:blipFill>
        <p:spPr>
          <a:xfrm>
            <a:off x="2247903" y="1628596"/>
            <a:ext cx="4643437" cy="781436"/>
          </a:xfrm>
          <a:prstGeom prst="rect">
            <a:avLst/>
          </a:prstGeom>
        </p:spPr>
      </p:pic>
      <p:pic>
        <p:nvPicPr>
          <p:cNvPr id="28" name="Image 1" descr="preencoded.png">    </p:cNvPr>
          <p:cNvPicPr>
            <a:picLocks noChangeAspect="1"/>
          </p:cNvPicPr>
          <p:nvPr/>
        </p:nvPicPr>
        <p:blipFill>
          <a:blip r:embed="rId2"/>
          <a:stretch>
            <a:fillRect/>
          </a:stretch>
        </p:blipFill>
        <p:spPr>
          <a:xfrm>
            <a:off x="2279977" y="1740912"/>
            <a:ext cx="1797142" cy="609744"/>
          </a:xfrm>
          <a:prstGeom prst="rect">
            <a:avLst/>
          </a:prstGeom>
        </p:spPr>
      </p:pic>
      <p:pic>
        <p:nvPicPr>
          <p:cNvPr id="29" name="Image 2" descr="preencoded.png">    </p:cNvPr>
          <p:cNvPicPr>
            <a:picLocks noChangeAspect="1"/>
          </p:cNvPicPr>
          <p:nvPr/>
        </p:nvPicPr>
        <p:blipFill>
          <a:blip r:embed="rId3"/>
          <a:stretch>
            <a:fillRect/>
          </a:stretch>
        </p:blipFill>
        <p:spPr>
          <a:xfrm>
            <a:off x="3868385" y="1628596"/>
            <a:ext cx="1474913" cy="781413"/>
          </a:xfrm>
          <a:prstGeom prst="rect">
            <a:avLst/>
          </a:prstGeom>
        </p:spPr>
      </p:pic>
      <p:pic>
        <p:nvPicPr>
          <p:cNvPr id="30" name="Image 3" descr="preencoded.png">    </p:cNvPr>
          <p:cNvPicPr>
            <a:picLocks noChangeAspect="1"/>
          </p:cNvPicPr>
          <p:nvPr/>
        </p:nvPicPr>
        <p:blipFill>
          <a:blip r:embed="rId4"/>
          <a:stretch>
            <a:fillRect/>
          </a:stretch>
        </p:blipFill>
        <p:spPr>
          <a:xfrm>
            <a:off x="5713854" y="1805097"/>
            <a:ext cx="1177479" cy="604912"/>
          </a:xfrm>
          <a:prstGeom prst="rect">
            <a:avLst/>
          </a:prstGeom>
        </p:spPr>
      </p:pic>
      <p:sp>
        <p:nvSpPr>
          <p:cNvPr id="31" name="Text 25"/>
          <p:cNvSpPr/>
          <p:nvPr/>
        </p:nvSpPr>
        <p:spPr>
          <a:xfrm>
            <a:off x="381000" y="4908414"/>
            <a:ext cx="197713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Kalamna Brand Guidelines</a:t>
            </a:r>
            <a:endParaRPr lang="en-US" sz="669" dirty="0"/>
          </a:p>
        </p:txBody>
      </p:sp>
      <p:sp>
        <p:nvSpPr>
          <p:cNvPr id="32" name="Text 26"/>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FFFFFF">
                    <a:alpha val="99000"/>
                  </a:srgbClr>
                </a:solidFill>
                <a:latin typeface="IBM Plex Sans" pitchFamily="34" charset="0"/>
                <a:ea typeface="IBM Plex Sans" pitchFamily="34" charset="-122"/>
                <a:cs typeface="IBM Plex Sans" pitchFamily="34" charset="-120"/>
              </a:rPr>
              <a:t>Logo Concept</a:t>
            </a:r>
            <a:endParaRPr lang="en-US" sz="1500" dirty="0"/>
          </a:p>
        </p:txBody>
      </p:sp>
      <p:sp>
        <p:nvSpPr>
          <p:cNvPr id="33" name="Text 27"/>
          <p:cNvSpPr/>
          <p:nvPr/>
        </p:nvSpPr>
        <p:spPr>
          <a:xfrm>
            <a:off x="3800475" y="4905375"/>
            <a:ext cx="966787"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Logo concept</a:t>
            </a:r>
            <a:endParaRPr lang="en-US" sz="669" dirty="0"/>
          </a:p>
        </p:txBody>
      </p:sp>
      <p:sp>
        <p:nvSpPr>
          <p:cNvPr id="34" name="Text 28"/>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04</a:t>
            </a:r>
            <a:endParaRPr lang="en-US" sz="669" dirty="0"/>
          </a:p>
        </p:txBody>
      </p:sp>
      <p:sp>
        <p:nvSpPr>
          <p:cNvPr id="35" name="Text 29"/>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2025</a:t>
            </a:r>
            <a:endParaRPr lang="en-US" sz="669" dirty="0"/>
          </a:p>
        </p:txBody>
      </p:sp>
      <p:sp>
        <p:nvSpPr>
          <p:cNvPr id="36" name="Text 30"/>
          <p:cNvSpPr/>
          <p:nvPr/>
        </p:nvSpPr>
        <p:spPr>
          <a:xfrm>
            <a:off x="6319838" y="3843338"/>
            <a:ext cx="2800350" cy="300038"/>
          </a:xfrm>
          <a:prstGeom prst="rect">
            <a:avLst/>
          </a:prstGeom>
          <a:noFill/>
          <a:ln/>
        </p:spPr>
        <p:txBody>
          <a:bodyPr wrap="square" rtlCol="0" anchor="ctr"/>
          <a:lstStyle/>
          <a:p>
            <a:pPr algn="l" marL="342900" indent="-342900">
              <a:lnSpc>
                <a:spcPts val="786"/>
              </a:lnSpc>
              <a:buSzPct val="100000"/>
              <a:buChar char="•"/>
            </a:pPr>
            <a:r>
              <a:rPr lang="en-US" sz="675" spc="-13" kern="0" dirty="0">
                <a:solidFill>
                  <a:srgbClr val="FFFFFF">
                    <a:alpha val="99000"/>
                  </a:srgbClr>
                </a:solidFill>
                <a:latin typeface="DM Sans" pitchFamily="34" charset="0"/>
                <a:ea typeface="DM Sans" pitchFamily="34" charset="-122"/>
                <a:cs typeface="DM Sans" pitchFamily="34" charset="-120"/>
              </a:rPr>
              <a:t>With a subtle </a:t>
            </a:r>
            <a:pPr algn="l" indent="0" marL="0">
              <a:lnSpc>
                <a:spcPts val="786"/>
              </a:lnSpc>
              <a:buNone/>
            </a:pPr>
            <a:r>
              <a:rPr lang="en-US" sz="675" b="1" i="1" spc="-13" kern="0" dirty="0">
                <a:solidFill>
                  <a:srgbClr val="FFFFFF">
                    <a:alpha val="99000"/>
                  </a:srgbClr>
                </a:solidFill>
                <a:latin typeface="DM Sans" pitchFamily="34" charset="0"/>
                <a:ea typeface="DM Sans" pitchFamily="34" charset="-122"/>
                <a:cs typeface="DM Sans" pitchFamily="34" charset="-120"/>
              </a:rPr>
              <a:t>data-inspired overlay</a:t>
            </a:r>
            <a:pPr algn="l" indent="0" marL="0">
              <a:lnSpc>
                <a:spcPts val="786"/>
              </a:lnSpc>
              <a:buNone/>
            </a:pPr>
            <a:r>
              <a:rPr lang="en-US" sz="675" spc="-13" kern="0" dirty="0">
                <a:solidFill>
                  <a:srgbClr val="FFFFFF">
                    <a:alpha val="99000"/>
                  </a:srgbClr>
                </a:solidFill>
                <a:latin typeface="DM Sans" pitchFamily="34" charset="0"/>
                <a:ea typeface="DM Sans" pitchFamily="34" charset="-122"/>
                <a:cs typeface="DM Sans" pitchFamily="34" charset="-120"/>
              </a:rPr>
              <a:t> runs through the letters, symbolizing the </a:t>
            </a:r>
            <a:pPr algn="l" indent="0" marL="0">
              <a:lnSpc>
                <a:spcPts val="786"/>
              </a:lnSpc>
              <a:buNone/>
            </a:pPr>
            <a:r>
              <a:rPr lang="en-US" sz="675" b="1" i="1" spc="-13" kern="0" dirty="0">
                <a:solidFill>
                  <a:srgbClr val="FFFFFF">
                    <a:alpha val="99000"/>
                  </a:srgbClr>
                </a:solidFill>
                <a:latin typeface="DM Sans" pitchFamily="34" charset="0"/>
                <a:ea typeface="DM Sans" pitchFamily="34" charset="-122"/>
                <a:cs typeface="DM Sans" pitchFamily="34" charset="-120"/>
              </a:rPr>
              <a:t>AI and technology layer</a:t>
            </a:r>
            <a:pPr algn="l" indent="0" marL="0">
              <a:lnSpc>
                <a:spcPts val="786"/>
              </a:lnSpc>
              <a:buNone/>
            </a:pPr>
            <a:r>
              <a:rPr lang="en-US" sz="675" spc="-13" kern="0" dirty="0">
                <a:solidFill>
                  <a:srgbClr val="FFFFFF">
                    <a:alpha val="99000"/>
                  </a:srgbClr>
                </a:solidFill>
                <a:latin typeface="DM Sans" pitchFamily="34" charset="0"/>
                <a:ea typeface="DM Sans" pitchFamily="34" charset="-122"/>
                <a:cs typeface="DM Sans" pitchFamily="34" charset="-120"/>
              </a:rPr>
              <a:t> that powers the project.</a:t>
            </a:r>
            <a:endParaRPr lang="en-US" sz="675" dirty="0"/>
          </a:p>
        </p:txBody>
      </p:sp>
      <p:sp>
        <p:nvSpPr>
          <p:cNvPr id="37" name="Text 31"/>
          <p:cNvSpPr/>
          <p:nvPr/>
        </p:nvSpPr>
        <p:spPr>
          <a:xfrm>
            <a:off x="6319838" y="4314825"/>
            <a:ext cx="2800350" cy="300038"/>
          </a:xfrm>
          <a:prstGeom prst="rect">
            <a:avLst/>
          </a:prstGeom>
          <a:noFill/>
          <a:ln/>
        </p:spPr>
        <p:txBody>
          <a:bodyPr wrap="square" rtlCol="0" anchor="ctr"/>
          <a:lstStyle/>
          <a:p>
            <a:pPr algn="l" marL="342900" indent="-342900">
              <a:lnSpc>
                <a:spcPts val="786"/>
              </a:lnSpc>
              <a:buSzPct val="100000"/>
              <a:buChar char="•"/>
            </a:pPr>
            <a:r>
              <a:rPr lang="en-US" sz="675" spc="-13" kern="0" dirty="0">
                <a:solidFill>
                  <a:srgbClr val="FFFFFF">
                    <a:alpha val="99000"/>
                  </a:srgbClr>
                </a:solidFill>
                <a:latin typeface="DM Sans" pitchFamily="34" charset="0"/>
                <a:ea typeface="DM Sans" pitchFamily="34" charset="-122"/>
                <a:cs typeface="DM Sans" pitchFamily="34" charset="-120"/>
              </a:rPr>
              <a:t>This balance between </a:t>
            </a:r>
            <a:pPr algn="l" indent="0" marL="0">
              <a:lnSpc>
                <a:spcPts val="786"/>
              </a:lnSpc>
              <a:buNone/>
            </a:pPr>
            <a:r>
              <a:rPr lang="en-US" sz="675" b="1" i="1" spc="-13" kern="0" dirty="0">
                <a:solidFill>
                  <a:srgbClr val="FFFFFF">
                    <a:alpha val="99000"/>
                  </a:srgbClr>
                </a:solidFill>
                <a:latin typeface="DM Sans" pitchFamily="34" charset="0"/>
                <a:ea typeface="DM Sans" pitchFamily="34" charset="-122"/>
                <a:cs typeface="DM Sans" pitchFamily="34" charset="-120"/>
              </a:rPr>
              <a:t>heritage and innovation</a:t>
            </a:r>
            <a:pPr algn="l" indent="0" marL="0">
              <a:lnSpc>
                <a:spcPts val="786"/>
              </a:lnSpc>
              <a:buNone/>
            </a:pPr>
            <a:r>
              <a:rPr lang="en-US" sz="675" spc="-13" kern="0" dirty="0">
                <a:solidFill>
                  <a:srgbClr val="FFFFFF">
                    <a:alpha val="99000"/>
                  </a:srgbClr>
                </a:solidFill>
                <a:latin typeface="DM Sans" pitchFamily="34" charset="0"/>
                <a:ea typeface="DM Sans" pitchFamily="34" charset="-122"/>
                <a:cs typeface="DM Sans" pitchFamily="34" charset="-120"/>
              </a:rPr>
              <a:t> represents the brand’s vision: reviving Egyptian identity through modern technology.</a:t>
            </a:r>
            <a:endParaRPr lang="en-US" sz="675" dirty="0"/>
          </a:p>
        </p:txBody>
      </p:sp>
      <p:sp>
        <p:nvSpPr>
          <p:cNvPr id="38" name="Text 32"/>
          <p:cNvSpPr/>
          <p:nvPr/>
        </p:nvSpPr>
        <p:spPr>
          <a:xfrm>
            <a:off x="3800475" y="3843338"/>
            <a:ext cx="2662238" cy="200025"/>
          </a:xfrm>
          <a:prstGeom prst="rect">
            <a:avLst/>
          </a:prstGeom>
          <a:noFill/>
          <a:ln/>
        </p:spPr>
        <p:txBody>
          <a:bodyPr wrap="square" rtlCol="0" anchor="ctr"/>
          <a:lstStyle/>
          <a:p>
            <a:pPr algn="l" marL="342900" indent="-342900">
              <a:lnSpc>
                <a:spcPts val="786"/>
              </a:lnSpc>
              <a:buSzPct val="100000"/>
              <a:buChar char="•"/>
            </a:pPr>
            <a:r>
              <a:rPr lang="en-US" sz="675" spc="-13" kern="0" dirty="0">
                <a:solidFill>
                  <a:srgbClr val="FFFFFF">
                    <a:alpha val="99000"/>
                  </a:srgbClr>
                </a:solidFill>
                <a:latin typeface="DM Sans" pitchFamily="34" charset="0"/>
                <a:ea typeface="DM Sans" pitchFamily="34" charset="-122"/>
                <a:cs typeface="DM Sans" pitchFamily="34" charset="-120"/>
              </a:rPr>
              <a:t>The logo combines the spirit of </a:t>
            </a:r>
            <a:pPr algn="l" indent="0" marL="0">
              <a:lnSpc>
                <a:spcPts val="786"/>
              </a:lnSpc>
              <a:buNone/>
            </a:pPr>
            <a:r>
              <a:rPr lang="en-US" sz="675" b="1" i="1" spc="-13" kern="0" dirty="0">
                <a:solidFill>
                  <a:srgbClr val="FFFFFF">
                    <a:alpha val="99000"/>
                  </a:srgbClr>
                </a:solidFill>
                <a:latin typeface="DM Sans" pitchFamily="34" charset="0"/>
                <a:ea typeface="DM Sans" pitchFamily="34" charset="-122"/>
                <a:cs typeface="DM Sans" pitchFamily="34" charset="-120"/>
              </a:rPr>
              <a:t>ancient Egyptian heritage</a:t>
            </a:r>
            <a:pPr algn="l" indent="0" marL="0">
              <a:lnSpc>
                <a:spcPts val="786"/>
              </a:lnSpc>
              <a:buNone/>
            </a:pPr>
            <a:r>
              <a:rPr lang="en-US" sz="675" spc="-13" kern="0" dirty="0">
                <a:solidFill>
                  <a:srgbClr val="FFFFFF">
                    <a:alpha val="99000"/>
                  </a:srgbClr>
                </a:solidFill>
                <a:latin typeface="DM Sans" pitchFamily="34" charset="0"/>
                <a:ea typeface="DM Sans" pitchFamily="34" charset="-122"/>
                <a:cs typeface="DM Sans" pitchFamily="34" charset="-120"/>
              </a:rPr>
              <a:t> with a </a:t>
            </a:r>
            <a:pPr algn="l" indent="0" marL="0">
              <a:lnSpc>
                <a:spcPts val="786"/>
              </a:lnSpc>
              <a:buNone/>
            </a:pPr>
            <a:r>
              <a:rPr lang="en-US" sz="675" b="1" i="1" spc="-13" kern="0" dirty="0">
                <a:solidFill>
                  <a:srgbClr val="FFFFFF">
                    <a:alpha val="99000"/>
                  </a:srgbClr>
                </a:solidFill>
                <a:latin typeface="DM Sans" pitchFamily="34" charset="0"/>
                <a:ea typeface="DM Sans" pitchFamily="34" charset="-122"/>
                <a:cs typeface="DM Sans" pitchFamily="34" charset="-120"/>
              </a:rPr>
              <a:t>modern digital identity</a:t>
            </a:r>
            <a:pPr algn="l" indent="0" marL="0">
              <a:lnSpc>
                <a:spcPts val="786"/>
              </a:lnSpc>
              <a:buNone/>
            </a:pPr>
            <a:r>
              <a:rPr lang="en-US" sz="675" spc="-13" kern="0" dirty="0">
                <a:solidFill>
                  <a:srgbClr val="FFFFFF">
                    <a:alpha val="99000"/>
                  </a:srgbClr>
                </a:solidFill>
                <a:latin typeface="DM Sans" pitchFamily="34" charset="0"/>
                <a:ea typeface="DM Sans" pitchFamily="34" charset="-122"/>
                <a:cs typeface="DM Sans" pitchFamily="34" charset="-120"/>
              </a:rPr>
              <a:t>.</a:t>
            </a:r>
            <a:endParaRPr lang="en-US" sz="675" dirty="0"/>
          </a:p>
        </p:txBody>
      </p:sp>
      <p:sp>
        <p:nvSpPr>
          <p:cNvPr id="39" name="Text 33"/>
          <p:cNvSpPr/>
          <p:nvPr/>
        </p:nvSpPr>
        <p:spPr>
          <a:xfrm>
            <a:off x="3800475" y="4314825"/>
            <a:ext cx="2800350" cy="300038"/>
          </a:xfrm>
          <a:prstGeom prst="rect">
            <a:avLst/>
          </a:prstGeom>
          <a:noFill/>
          <a:ln/>
        </p:spPr>
        <p:txBody>
          <a:bodyPr wrap="square" rtlCol="0" anchor="ctr"/>
          <a:lstStyle/>
          <a:p>
            <a:pPr algn="l" marL="342900" indent="-342900">
              <a:lnSpc>
                <a:spcPts val="786"/>
              </a:lnSpc>
              <a:buSzPct val="100000"/>
              <a:buChar char="•"/>
            </a:pPr>
            <a:r>
              <a:rPr lang="en-US" sz="675" spc="-13" kern="0" dirty="0">
                <a:solidFill>
                  <a:srgbClr val="FFFFFF">
                    <a:alpha val="99000"/>
                  </a:srgbClr>
                </a:solidFill>
                <a:latin typeface="DM Sans" pitchFamily="34" charset="0"/>
                <a:ea typeface="DM Sans" pitchFamily="34" charset="-122"/>
                <a:cs typeface="DM Sans" pitchFamily="34" charset="-120"/>
              </a:rPr>
              <a:t>Each letter is inspired by </a:t>
            </a:r>
            <a:pPr algn="l" indent="0" marL="0">
              <a:lnSpc>
                <a:spcPts val="786"/>
              </a:lnSpc>
              <a:buNone/>
            </a:pPr>
            <a:r>
              <a:rPr lang="en-US" sz="675" b="1" i="1" spc="-13" kern="0" dirty="0">
                <a:solidFill>
                  <a:srgbClr val="FFFFFF">
                    <a:alpha val="99000"/>
                  </a:srgbClr>
                </a:solidFill>
                <a:latin typeface="DM Sans" pitchFamily="34" charset="0"/>
                <a:ea typeface="DM Sans" pitchFamily="34" charset="-122"/>
                <a:cs typeface="DM Sans" pitchFamily="34" charset="-120"/>
              </a:rPr>
              <a:t>hieroglyphic shapes</a:t>
            </a:r>
            <a:pPr algn="l" indent="0" marL="0">
              <a:lnSpc>
                <a:spcPts val="786"/>
              </a:lnSpc>
              <a:buNone/>
            </a:pPr>
            <a:r>
              <a:rPr lang="en-US" sz="675" spc="-13" kern="0" dirty="0">
                <a:solidFill>
                  <a:srgbClr val="FFFFFF">
                    <a:alpha val="99000"/>
                  </a:srgbClr>
                </a:solidFill>
                <a:latin typeface="DM Sans" pitchFamily="34" charset="0"/>
                <a:ea typeface="DM Sans" pitchFamily="34" charset="-122"/>
                <a:cs typeface="DM Sans" pitchFamily="34" charset="-120"/>
              </a:rPr>
              <a:t>, reflecting the idea of communication and wisdom — values rooted in ancient Egypt.</a:t>
            </a:r>
            <a:endParaRPr lang="en-US" sz="6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31D"/>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FFFFFF"/>
            </a:solidFill>
            <a:prstDash val="solid"/>
          </a:ln>
        </p:spPr>
      </p:sp>
      <p:sp>
        <p:nvSpPr>
          <p:cNvPr id="3" name="Shape 1"/>
          <p:cNvSpPr/>
          <p:nvPr/>
        </p:nvSpPr>
        <p:spPr>
          <a:xfrm rot="10800000">
            <a:off x="0" y="3709988"/>
            <a:ext cx="8763000" cy="0"/>
          </a:xfrm>
          <a:prstGeom prst="line">
            <a:avLst/>
          </a:prstGeom>
          <a:noFill/>
          <a:ln w="12700">
            <a:solidFill>
              <a:srgbClr val="FFFFFF"/>
            </a:solidFill>
            <a:prstDash val="solid"/>
          </a:ln>
        </p:spPr>
      </p:sp>
      <p:sp>
        <p:nvSpPr>
          <p:cNvPr id="4" name="Shape 2"/>
          <p:cNvSpPr/>
          <p:nvPr/>
        </p:nvSpPr>
        <p:spPr>
          <a:xfrm rot="5400000">
            <a:off x="1076325" y="2576513"/>
            <a:ext cx="5153025" cy="0"/>
          </a:xfrm>
          <a:prstGeom prst="line">
            <a:avLst/>
          </a:prstGeom>
          <a:noFill/>
          <a:ln w="12700">
            <a:solidFill>
              <a:srgbClr val="FFFFFF"/>
            </a:solidFill>
            <a:prstDash val="solid"/>
          </a:ln>
        </p:spPr>
      </p:sp>
      <p:sp>
        <p:nvSpPr>
          <p:cNvPr id="5" name="Shape 3"/>
          <p:cNvSpPr/>
          <p:nvPr/>
        </p:nvSpPr>
        <p:spPr>
          <a:xfrm rot="5400000">
            <a:off x="6188869" y="2574131"/>
            <a:ext cx="5148263" cy="0"/>
          </a:xfrm>
          <a:prstGeom prst="line">
            <a:avLst/>
          </a:prstGeom>
          <a:noFill/>
          <a:ln w="12700">
            <a:solidFill>
              <a:srgbClr val="A2A2A2"/>
            </a:solidFill>
            <a:prstDash val="solid"/>
          </a:ln>
        </p:spPr>
      </p:sp>
      <p:sp>
        <p:nvSpPr>
          <p:cNvPr id="6" name="Shape 4"/>
          <p:cNvSpPr/>
          <p:nvPr/>
        </p:nvSpPr>
        <p:spPr>
          <a:xfrm rot="-10800000">
            <a:off x="8763000" y="2466975"/>
            <a:ext cx="381000" cy="0"/>
          </a:xfrm>
          <a:prstGeom prst="line">
            <a:avLst/>
          </a:prstGeom>
          <a:noFill/>
          <a:ln w="12700">
            <a:solidFill>
              <a:srgbClr val="A2A2A2"/>
            </a:solidFill>
            <a:prstDash val="solid"/>
          </a:ln>
        </p:spPr>
      </p:sp>
      <p:sp>
        <p:nvSpPr>
          <p:cNvPr id="7" name="Shape 5"/>
          <p:cNvSpPr/>
          <p:nvPr/>
        </p:nvSpPr>
        <p:spPr>
          <a:xfrm>
            <a:off x="3662362" y="1233488"/>
            <a:ext cx="5100638" cy="1238250"/>
          </a:xfrm>
          <a:prstGeom prst="rect">
            <a:avLst/>
          </a:prstGeom>
          <a:solidFill>
            <a:srgbClr val="FAFAFA"/>
          </a:solidFill>
          <a:ln/>
        </p:spPr>
      </p:sp>
      <p:sp>
        <p:nvSpPr>
          <p:cNvPr id="8" name="Shape 6"/>
          <p:cNvSpPr/>
          <p:nvPr/>
        </p:nvSpPr>
        <p:spPr>
          <a:xfrm>
            <a:off x="3662362" y="2471738"/>
            <a:ext cx="5100638" cy="1238250"/>
          </a:xfrm>
          <a:prstGeom prst="rect">
            <a:avLst/>
          </a:prstGeom>
          <a:solidFill>
            <a:srgbClr val="FAFAFA"/>
          </a:solidFill>
          <a:ln w="12700">
            <a:solidFill>
              <a:srgbClr val="000000"/>
            </a:solidFill>
            <a:prstDash val="solid"/>
          </a:ln>
        </p:spPr>
      </p:sp>
      <p:sp>
        <p:nvSpPr>
          <p:cNvPr id="9" name="Shape 7"/>
          <p:cNvSpPr/>
          <p:nvPr/>
        </p:nvSpPr>
        <p:spPr>
          <a:xfrm>
            <a:off x="3662362" y="-4762"/>
            <a:ext cx="5100638" cy="1238250"/>
          </a:xfrm>
          <a:prstGeom prst="rect">
            <a:avLst/>
          </a:prstGeom>
          <a:solidFill>
            <a:srgbClr val="06131D"/>
          </a:solidFill>
          <a:ln w="12700">
            <a:solidFill>
              <a:srgbClr val="333333"/>
            </a:solidFill>
            <a:prstDash val="solid"/>
          </a:ln>
        </p:spPr>
      </p:sp>
      <p:pic>
        <p:nvPicPr>
          <p:cNvPr id="10" name="Image 0" descr="preencoded.png">    </p:cNvPr>
          <p:cNvPicPr>
            <a:picLocks noChangeAspect="1"/>
          </p:cNvPicPr>
          <p:nvPr/>
        </p:nvPicPr>
        <p:blipFill>
          <a:blip r:embed="rId1"/>
          <a:stretch>
            <a:fillRect/>
          </a:stretch>
        </p:blipFill>
        <p:spPr>
          <a:xfrm>
            <a:off x="2886075" y="461963"/>
            <a:ext cx="295275" cy="295275"/>
          </a:xfrm>
          <a:prstGeom prst="rect">
            <a:avLst/>
          </a:prstGeom>
        </p:spPr>
      </p:pic>
      <p:pic>
        <p:nvPicPr>
          <p:cNvPr id="11" name="Image 1" descr="preencoded.png">    </p:cNvPr>
          <p:cNvPicPr>
            <a:picLocks noChangeAspect="1"/>
          </p:cNvPicPr>
          <p:nvPr/>
        </p:nvPicPr>
        <p:blipFill>
          <a:blip r:embed="rId2"/>
          <a:stretch>
            <a:fillRect/>
          </a:stretch>
        </p:blipFill>
        <p:spPr>
          <a:xfrm>
            <a:off x="2886075" y="1633538"/>
            <a:ext cx="295275" cy="295275"/>
          </a:xfrm>
          <a:prstGeom prst="rect">
            <a:avLst/>
          </a:prstGeom>
        </p:spPr>
      </p:pic>
      <p:pic>
        <p:nvPicPr>
          <p:cNvPr id="12" name="Image 2" descr="preencoded.png">    </p:cNvPr>
          <p:cNvPicPr>
            <a:picLocks noChangeAspect="1"/>
          </p:cNvPicPr>
          <p:nvPr/>
        </p:nvPicPr>
        <p:blipFill>
          <a:blip r:embed="rId3"/>
          <a:stretch>
            <a:fillRect/>
          </a:stretch>
        </p:blipFill>
        <p:spPr>
          <a:xfrm>
            <a:off x="2886075" y="2871788"/>
            <a:ext cx="295275" cy="295275"/>
          </a:xfrm>
          <a:prstGeom prst="rect">
            <a:avLst/>
          </a:prstGeom>
        </p:spPr>
      </p:pic>
      <p:pic>
        <p:nvPicPr>
          <p:cNvPr id="13" name="Image 3" descr="preencoded.png">    </p:cNvPr>
          <p:cNvPicPr>
            <a:picLocks noChangeAspect="1"/>
          </p:cNvPicPr>
          <p:nvPr/>
        </p:nvPicPr>
        <p:blipFill>
          <a:blip r:embed="rId4"/>
          <a:stretch>
            <a:fillRect/>
          </a:stretch>
        </p:blipFill>
        <p:spPr>
          <a:xfrm>
            <a:off x="5334217" y="2994599"/>
            <a:ext cx="645815" cy="281850"/>
          </a:xfrm>
          <a:prstGeom prst="rect">
            <a:avLst/>
          </a:prstGeom>
        </p:spPr>
      </p:pic>
      <p:pic>
        <p:nvPicPr>
          <p:cNvPr id="14" name="Image 4" descr="preencoded.png">    </p:cNvPr>
          <p:cNvPicPr>
            <a:picLocks noChangeAspect="1"/>
          </p:cNvPicPr>
          <p:nvPr/>
        </p:nvPicPr>
        <p:blipFill>
          <a:blip r:embed="rId5"/>
          <a:stretch>
            <a:fillRect/>
          </a:stretch>
        </p:blipFill>
        <p:spPr>
          <a:xfrm>
            <a:off x="5943294" y="2994599"/>
            <a:ext cx="645815" cy="281850"/>
          </a:xfrm>
          <a:prstGeom prst="rect">
            <a:avLst/>
          </a:prstGeom>
        </p:spPr>
      </p:pic>
      <p:pic>
        <p:nvPicPr>
          <p:cNvPr id="15" name="Image 5" descr="preencoded.png">    </p:cNvPr>
          <p:cNvPicPr>
            <a:picLocks noChangeAspect="1"/>
          </p:cNvPicPr>
          <p:nvPr/>
        </p:nvPicPr>
        <p:blipFill>
          <a:blip r:embed="rId6"/>
          <a:stretch>
            <a:fillRect/>
          </a:stretch>
        </p:blipFill>
        <p:spPr>
          <a:xfrm>
            <a:off x="6759180" y="2994599"/>
            <a:ext cx="536977" cy="281850"/>
          </a:xfrm>
          <a:prstGeom prst="rect">
            <a:avLst/>
          </a:prstGeom>
        </p:spPr>
      </p:pic>
      <p:pic>
        <p:nvPicPr>
          <p:cNvPr id="16" name="Image 6" descr="preencoded.png">    </p:cNvPr>
          <p:cNvPicPr>
            <a:picLocks noChangeAspect="1"/>
          </p:cNvPicPr>
          <p:nvPr/>
        </p:nvPicPr>
        <p:blipFill>
          <a:blip r:embed="rId7"/>
          <a:stretch>
            <a:fillRect/>
          </a:stretch>
        </p:blipFill>
        <p:spPr>
          <a:xfrm>
            <a:off x="6024879" y="2957513"/>
            <a:ext cx="309163" cy="353625"/>
          </a:xfrm>
          <a:prstGeom prst="rect">
            <a:avLst/>
          </a:prstGeom>
        </p:spPr>
      </p:pic>
      <p:pic>
        <p:nvPicPr>
          <p:cNvPr id="17" name="Image 7" descr="preencoded.png">    </p:cNvPr>
          <p:cNvPicPr>
            <a:picLocks noChangeAspect="1"/>
          </p:cNvPicPr>
          <p:nvPr/>
        </p:nvPicPr>
        <p:blipFill>
          <a:blip r:embed="rId8"/>
          <a:stretch>
            <a:fillRect/>
          </a:stretch>
        </p:blipFill>
        <p:spPr>
          <a:xfrm>
            <a:off x="5133997" y="2957513"/>
            <a:ext cx="230744" cy="361206"/>
          </a:xfrm>
          <a:prstGeom prst="rect">
            <a:avLst/>
          </a:prstGeom>
        </p:spPr>
      </p:pic>
      <p:pic>
        <p:nvPicPr>
          <p:cNvPr id="18" name="Image 8" descr="preencoded.png">    </p:cNvPr>
          <p:cNvPicPr>
            <a:picLocks noChangeAspect="1"/>
          </p:cNvPicPr>
          <p:nvPr/>
        </p:nvPicPr>
        <p:blipFill>
          <a:blip r:embed="rId9"/>
          <a:stretch>
            <a:fillRect/>
          </a:stretch>
        </p:blipFill>
        <p:spPr>
          <a:xfrm>
            <a:off x="5417529" y="2961296"/>
            <a:ext cx="309158" cy="353634"/>
          </a:xfrm>
          <a:prstGeom prst="rect">
            <a:avLst/>
          </a:prstGeom>
        </p:spPr>
      </p:pic>
      <p:pic>
        <p:nvPicPr>
          <p:cNvPr id="19" name="Image 9" descr="preencoded.png">    </p:cNvPr>
          <p:cNvPicPr>
            <a:picLocks noChangeAspect="1"/>
          </p:cNvPicPr>
          <p:nvPr/>
        </p:nvPicPr>
        <p:blipFill>
          <a:blip r:embed="rId10"/>
          <a:stretch>
            <a:fillRect/>
          </a:stretch>
        </p:blipFill>
        <p:spPr>
          <a:xfrm>
            <a:off x="5763778" y="2957513"/>
            <a:ext cx="225498" cy="361206"/>
          </a:xfrm>
          <a:prstGeom prst="rect">
            <a:avLst/>
          </a:prstGeom>
        </p:spPr>
      </p:pic>
      <p:pic>
        <p:nvPicPr>
          <p:cNvPr id="20" name="Image 10" descr="preencoded.png">    </p:cNvPr>
          <p:cNvPicPr>
            <a:picLocks noChangeAspect="1"/>
          </p:cNvPicPr>
          <p:nvPr/>
        </p:nvPicPr>
        <p:blipFill>
          <a:blip r:embed="rId11"/>
          <a:stretch>
            <a:fillRect/>
          </a:stretch>
        </p:blipFill>
        <p:spPr>
          <a:xfrm>
            <a:off x="6372583" y="2957513"/>
            <a:ext cx="259500" cy="361206"/>
          </a:xfrm>
          <a:prstGeom prst="rect">
            <a:avLst/>
          </a:prstGeom>
        </p:spPr>
      </p:pic>
      <p:pic>
        <p:nvPicPr>
          <p:cNvPr id="21" name="Image 11" descr="preencoded.png">    </p:cNvPr>
          <p:cNvPicPr>
            <a:picLocks noChangeAspect="1"/>
          </p:cNvPicPr>
          <p:nvPr/>
        </p:nvPicPr>
        <p:blipFill>
          <a:blip r:embed="rId12"/>
          <a:stretch>
            <a:fillRect/>
          </a:stretch>
        </p:blipFill>
        <p:spPr>
          <a:xfrm>
            <a:off x="6669210" y="2957513"/>
            <a:ext cx="280708" cy="361206"/>
          </a:xfrm>
          <a:prstGeom prst="rect">
            <a:avLst/>
          </a:prstGeom>
        </p:spPr>
      </p:pic>
      <p:pic>
        <p:nvPicPr>
          <p:cNvPr id="22" name="Image 12" descr="preencoded.png">    </p:cNvPr>
          <p:cNvPicPr>
            <a:picLocks noChangeAspect="1"/>
          </p:cNvPicPr>
          <p:nvPr/>
        </p:nvPicPr>
        <p:blipFill>
          <a:blip r:embed="rId13"/>
          <a:stretch>
            <a:fillRect/>
          </a:stretch>
        </p:blipFill>
        <p:spPr>
          <a:xfrm>
            <a:off x="6986962" y="2961296"/>
            <a:ext cx="309195" cy="353634"/>
          </a:xfrm>
          <a:prstGeom prst="rect">
            <a:avLst/>
          </a:prstGeom>
        </p:spPr>
      </p:pic>
      <p:pic>
        <p:nvPicPr>
          <p:cNvPr id="23" name="Image 13" descr="preencoded.png">    </p:cNvPr>
          <p:cNvPicPr>
            <a:picLocks noChangeAspect="1"/>
          </p:cNvPicPr>
          <p:nvPr/>
        </p:nvPicPr>
        <p:blipFill>
          <a:blip r:embed="rId14"/>
          <a:stretch>
            <a:fillRect/>
          </a:stretch>
        </p:blipFill>
        <p:spPr>
          <a:xfrm>
            <a:off x="5133980" y="2957513"/>
            <a:ext cx="230744" cy="361206"/>
          </a:xfrm>
          <a:prstGeom prst="rect">
            <a:avLst/>
          </a:prstGeom>
        </p:spPr>
      </p:pic>
      <p:pic>
        <p:nvPicPr>
          <p:cNvPr id="24" name="Image 14" descr="preencoded.png">    </p:cNvPr>
          <p:cNvPicPr>
            <a:picLocks noChangeAspect="1"/>
          </p:cNvPicPr>
          <p:nvPr/>
        </p:nvPicPr>
        <p:blipFill>
          <a:blip r:embed="rId15"/>
          <a:stretch>
            <a:fillRect/>
          </a:stretch>
        </p:blipFill>
        <p:spPr>
          <a:xfrm>
            <a:off x="5417493" y="2961296"/>
            <a:ext cx="309167" cy="353634"/>
          </a:xfrm>
          <a:prstGeom prst="rect">
            <a:avLst/>
          </a:prstGeom>
        </p:spPr>
      </p:pic>
      <p:pic>
        <p:nvPicPr>
          <p:cNvPr id="25" name="Image 15" descr="preencoded.png">    </p:cNvPr>
          <p:cNvPicPr>
            <a:picLocks noChangeAspect="1"/>
          </p:cNvPicPr>
          <p:nvPr/>
        </p:nvPicPr>
        <p:blipFill>
          <a:blip r:embed="rId16"/>
          <a:stretch>
            <a:fillRect/>
          </a:stretch>
        </p:blipFill>
        <p:spPr>
          <a:xfrm>
            <a:off x="5763760" y="2957513"/>
            <a:ext cx="225498" cy="361206"/>
          </a:xfrm>
          <a:prstGeom prst="rect">
            <a:avLst/>
          </a:prstGeom>
        </p:spPr>
      </p:pic>
      <p:pic>
        <p:nvPicPr>
          <p:cNvPr id="26" name="Image 16" descr="preencoded.png">    </p:cNvPr>
          <p:cNvPicPr>
            <a:picLocks noChangeAspect="1"/>
          </p:cNvPicPr>
          <p:nvPr/>
        </p:nvPicPr>
        <p:blipFill>
          <a:blip r:embed="rId17"/>
          <a:stretch>
            <a:fillRect/>
          </a:stretch>
        </p:blipFill>
        <p:spPr>
          <a:xfrm>
            <a:off x="6024852" y="2957513"/>
            <a:ext cx="309163" cy="353625"/>
          </a:xfrm>
          <a:prstGeom prst="rect">
            <a:avLst/>
          </a:prstGeom>
        </p:spPr>
      </p:pic>
      <p:pic>
        <p:nvPicPr>
          <p:cNvPr id="27" name="Image 17" descr="preencoded.png">    </p:cNvPr>
          <p:cNvPicPr>
            <a:picLocks noChangeAspect="1"/>
          </p:cNvPicPr>
          <p:nvPr/>
        </p:nvPicPr>
        <p:blipFill>
          <a:blip r:embed="rId18"/>
          <a:stretch>
            <a:fillRect/>
          </a:stretch>
        </p:blipFill>
        <p:spPr>
          <a:xfrm>
            <a:off x="6372560" y="2957513"/>
            <a:ext cx="259500" cy="361206"/>
          </a:xfrm>
          <a:prstGeom prst="rect">
            <a:avLst/>
          </a:prstGeom>
        </p:spPr>
      </p:pic>
      <p:pic>
        <p:nvPicPr>
          <p:cNvPr id="28" name="Image 18" descr="preencoded.png">    </p:cNvPr>
          <p:cNvPicPr>
            <a:picLocks noChangeAspect="1"/>
          </p:cNvPicPr>
          <p:nvPr/>
        </p:nvPicPr>
        <p:blipFill>
          <a:blip r:embed="rId19"/>
          <a:stretch>
            <a:fillRect/>
          </a:stretch>
        </p:blipFill>
        <p:spPr>
          <a:xfrm>
            <a:off x="6669178" y="2957513"/>
            <a:ext cx="280708" cy="361206"/>
          </a:xfrm>
          <a:prstGeom prst="rect">
            <a:avLst/>
          </a:prstGeom>
        </p:spPr>
      </p:pic>
      <p:pic>
        <p:nvPicPr>
          <p:cNvPr id="29" name="Image 19" descr="preencoded.png">    </p:cNvPr>
          <p:cNvPicPr>
            <a:picLocks noChangeAspect="1"/>
          </p:cNvPicPr>
          <p:nvPr/>
        </p:nvPicPr>
        <p:blipFill>
          <a:blip r:embed="rId20"/>
          <a:stretch>
            <a:fillRect/>
          </a:stretch>
        </p:blipFill>
        <p:spPr>
          <a:xfrm>
            <a:off x="6986930" y="2961296"/>
            <a:ext cx="309195" cy="353634"/>
          </a:xfrm>
          <a:prstGeom prst="rect">
            <a:avLst/>
          </a:prstGeom>
        </p:spPr>
      </p:pic>
      <p:pic>
        <p:nvPicPr>
          <p:cNvPr id="30" name="Image 20" descr="preencoded.png">    </p:cNvPr>
          <p:cNvPicPr>
            <a:picLocks noChangeAspect="1"/>
          </p:cNvPicPr>
          <p:nvPr/>
        </p:nvPicPr>
        <p:blipFill>
          <a:blip r:embed="rId21"/>
          <a:stretch>
            <a:fillRect/>
          </a:stretch>
        </p:blipFill>
        <p:spPr>
          <a:xfrm>
            <a:off x="5334217" y="1663945"/>
            <a:ext cx="645815" cy="281850"/>
          </a:xfrm>
          <a:prstGeom prst="rect">
            <a:avLst/>
          </a:prstGeom>
        </p:spPr>
      </p:pic>
      <p:pic>
        <p:nvPicPr>
          <p:cNvPr id="31" name="Image 21" descr="preencoded.png">    </p:cNvPr>
          <p:cNvPicPr>
            <a:picLocks noChangeAspect="1"/>
          </p:cNvPicPr>
          <p:nvPr/>
        </p:nvPicPr>
        <p:blipFill>
          <a:blip r:embed="rId22"/>
          <a:stretch>
            <a:fillRect/>
          </a:stretch>
        </p:blipFill>
        <p:spPr>
          <a:xfrm>
            <a:off x="5943294" y="1663945"/>
            <a:ext cx="645815" cy="281850"/>
          </a:xfrm>
          <a:prstGeom prst="rect">
            <a:avLst/>
          </a:prstGeom>
        </p:spPr>
      </p:pic>
      <p:pic>
        <p:nvPicPr>
          <p:cNvPr id="32" name="Image 22" descr="preencoded.png">    </p:cNvPr>
          <p:cNvPicPr>
            <a:picLocks noChangeAspect="1"/>
          </p:cNvPicPr>
          <p:nvPr/>
        </p:nvPicPr>
        <p:blipFill>
          <a:blip r:embed="rId23"/>
          <a:stretch>
            <a:fillRect/>
          </a:stretch>
        </p:blipFill>
        <p:spPr>
          <a:xfrm>
            <a:off x="6759180" y="1663945"/>
            <a:ext cx="536977" cy="281850"/>
          </a:xfrm>
          <a:prstGeom prst="rect">
            <a:avLst/>
          </a:prstGeom>
        </p:spPr>
      </p:pic>
      <p:pic>
        <p:nvPicPr>
          <p:cNvPr id="33" name="Image 23" descr="preencoded.png">    </p:cNvPr>
          <p:cNvPicPr>
            <a:picLocks noChangeAspect="1"/>
          </p:cNvPicPr>
          <p:nvPr/>
        </p:nvPicPr>
        <p:blipFill>
          <a:blip r:embed="rId24"/>
          <a:stretch>
            <a:fillRect/>
          </a:stretch>
        </p:blipFill>
        <p:spPr>
          <a:xfrm>
            <a:off x="6024879" y="1626859"/>
            <a:ext cx="309163" cy="353625"/>
          </a:xfrm>
          <a:prstGeom prst="rect">
            <a:avLst/>
          </a:prstGeom>
        </p:spPr>
      </p:pic>
      <p:pic>
        <p:nvPicPr>
          <p:cNvPr id="34" name="Image 24" descr="preencoded.png">    </p:cNvPr>
          <p:cNvPicPr>
            <a:picLocks noChangeAspect="1"/>
          </p:cNvPicPr>
          <p:nvPr/>
        </p:nvPicPr>
        <p:blipFill>
          <a:blip r:embed="rId25"/>
          <a:stretch>
            <a:fillRect/>
          </a:stretch>
        </p:blipFill>
        <p:spPr>
          <a:xfrm>
            <a:off x="5133997" y="1626859"/>
            <a:ext cx="230744" cy="361206"/>
          </a:xfrm>
          <a:prstGeom prst="rect">
            <a:avLst/>
          </a:prstGeom>
        </p:spPr>
      </p:pic>
      <p:pic>
        <p:nvPicPr>
          <p:cNvPr id="35" name="Image 25" descr="preencoded.png">    </p:cNvPr>
          <p:cNvPicPr>
            <a:picLocks noChangeAspect="1"/>
          </p:cNvPicPr>
          <p:nvPr/>
        </p:nvPicPr>
        <p:blipFill>
          <a:blip r:embed="rId26"/>
          <a:stretch>
            <a:fillRect/>
          </a:stretch>
        </p:blipFill>
        <p:spPr>
          <a:xfrm>
            <a:off x="5417529" y="1630642"/>
            <a:ext cx="309158" cy="353634"/>
          </a:xfrm>
          <a:prstGeom prst="rect">
            <a:avLst/>
          </a:prstGeom>
        </p:spPr>
      </p:pic>
      <p:pic>
        <p:nvPicPr>
          <p:cNvPr id="36" name="Image 26" descr="preencoded.png">    </p:cNvPr>
          <p:cNvPicPr>
            <a:picLocks noChangeAspect="1"/>
          </p:cNvPicPr>
          <p:nvPr/>
        </p:nvPicPr>
        <p:blipFill>
          <a:blip r:embed="rId27"/>
          <a:stretch>
            <a:fillRect/>
          </a:stretch>
        </p:blipFill>
        <p:spPr>
          <a:xfrm>
            <a:off x="5763778" y="1626859"/>
            <a:ext cx="225498" cy="361206"/>
          </a:xfrm>
          <a:prstGeom prst="rect">
            <a:avLst/>
          </a:prstGeom>
        </p:spPr>
      </p:pic>
      <p:pic>
        <p:nvPicPr>
          <p:cNvPr id="37" name="Image 27" descr="preencoded.png">    </p:cNvPr>
          <p:cNvPicPr>
            <a:picLocks noChangeAspect="1"/>
          </p:cNvPicPr>
          <p:nvPr/>
        </p:nvPicPr>
        <p:blipFill>
          <a:blip r:embed="rId28"/>
          <a:stretch>
            <a:fillRect/>
          </a:stretch>
        </p:blipFill>
        <p:spPr>
          <a:xfrm>
            <a:off x="6372583" y="1626859"/>
            <a:ext cx="259500" cy="361206"/>
          </a:xfrm>
          <a:prstGeom prst="rect">
            <a:avLst/>
          </a:prstGeom>
        </p:spPr>
      </p:pic>
      <p:pic>
        <p:nvPicPr>
          <p:cNvPr id="38" name="Image 28" descr="preencoded.png">    </p:cNvPr>
          <p:cNvPicPr>
            <a:picLocks noChangeAspect="1"/>
          </p:cNvPicPr>
          <p:nvPr/>
        </p:nvPicPr>
        <p:blipFill>
          <a:blip r:embed="rId29"/>
          <a:stretch>
            <a:fillRect/>
          </a:stretch>
        </p:blipFill>
        <p:spPr>
          <a:xfrm>
            <a:off x="6669210" y="1626859"/>
            <a:ext cx="280708" cy="361206"/>
          </a:xfrm>
          <a:prstGeom prst="rect">
            <a:avLst/>
          </a:prstGeom>
        </p:spPr>
      </p:pic>
      <p:pic>
        <p:nvPicPr>
          <p:cNvPr id="39" name="Image 29" descr="preencoded.png">    </p:cNvPr>
          <p:cNvPicPr>
            <a:picLocks noChangeAspect="1"/>
          </p:cNvPicPr>
          <p:nvPr/>
        </p:nvPicPr>
        <p:blipFill>
          <a:blip r:embed="rId30"/>
          <a:stretch>
            <a:fillRect/>
          </a:stretch>
        </p:blipFill>
        <p:spPr>
          <a:xfrm>
            <a:off x="6986962" y="1630642"/>
            <a:ext cx="309195" cy="353634"/>
          </a:xfrm>
          <a:prstGeom prst="rect">
            <a:avLst/>
          </a:prstGeom>
        </p:spPr>
      </p:pic>
      <p:pic>
        <p:nvPicPr>
          <p:cNvPr id="40" name="Image 30" descr="preencoded.png">    </p:cNvPr>
          <p:cNvPicPr>
            <a:picLocks noChangeAspect="1"/>
          </p:cNvPicPr>
          <p:nvPr/>
        </p:nvPicPr>
        <p:blipFill>
          <a:blip r:embed="rId31"/>
          <a:stretch>
            <a:fillRect/>
          </a:stretch>
        </p:blipFill>
        <p:spPr>
          <a:xfrm>
            <a:off x="5133980" y="1626859"/>
            <a:ext cx="230744" cy="361206"/>
          </a:xfrm>
          <a:prstGeom prst="rect">
            <a:avLst/>
          </a:prstGeom>
        </p:spPr>
      </p:pic>
      <p:pic>
        <p:nvPicPr>
          <p:cNvPr id="41" name="Image 31" descr="preencoded.png">    </p:cNvPr>
          <p:cNvPicPr>
            <a:picLocks noChangeAspect="1"/>
          </p:cNvPicPr>
          <p:nvPr/>
        </p:nvPicPr>
        <p:blipFill>
          <a:blip r:embed="rId32"/>
          <a:stretch>
            <a:fillRect/>
          </a:stretch>
        </p:blipFill>
        <p:spPr>
          <a:xfrm>
            <a:off x="5417493" y="1630642"/>
            <a:ext cx="309167" cy="353634"/>
          </a:xfrm>
          <a:prstGeom prst="rect">
            <a:avLst/>
          </a:prstGeom>
        </p:spPr>
      </p:pic>
      <p:pic>
        <p:nvPicPr>
          <p:cNvPr id="42" name="Image 32" descr="preencoded.png">    </p:cNvPr>
          <p:cNvPicPr>
            <a:picLocks noChangeAspect="1"/>
          </p:cNvPicPr>
          <p:nvPr/>
        </p:nvPicPr>
        <p:blipFill>
          <a:blip r:embed="rId33"/>
          <a:stretch>
            <a:fillRect/>
          </a:stretch>
        </p:blipFill>
        <p:spPr>
          <a:xfrm>
            <a:off x="5763760" y="1626859"/>
            <a:ext cx="225498" cy="361206"/>
          </a:xfrm>
          <a:prstGeom prst="rect">
            <a:avLst/>
          </a:prstGeom>
        </p:spPr>
      </p:pic>
      <p:pic>
        <p:nvPicPr>
          <p:cNvPr id="43" name="Image 33" descr="preencoded.png">    </p:cNvPr>
          <p:cNvPicPr>
            <a:picLocks noChangeAspect="1"/>
          </p:cNvPicPr>
          <p:nvPr/>
        </p:nvPicPr>
        <p:blipFill>
          <a:blip r:embed="rId34"/>
          <a:stretch>
            <a:fillRect/>
          </a:stretch>
        </p:blipFill>
        <p:spPr>
          <a:xfrm>
            <a:off x="6024852" y="1626859"/>
            <a:ext cx="309163" cy="353625"/>
          </a:xfrm>
          <a:prstGeom prst="rect">
            <a:avLst/>
          </a:prstGeom>
        </p:spPr>
      </p:pic>
      <p:pic>
        <p:nvPicPr>
          <p:cNvPr id="44" name="Image 34" descr="preencoded.png">    </p:cNvPr>
          <p:cNvPicPr>
            <a:picLocks noChangeAspect="1"/>
          </p:cNvPicPr>
          <p:nvPr/>
        </p:nvPicPr>
        <p:blipFill>
          <a:blip r:embed="rId35"/>
          <a:stretch>
            <a:fillRect/>
          </a:stretch>
        </p:blipFill>
        <p:spPr>
          <a:xfrm>
            <a:off x="6372560" y="1626859"/>
            <a:ext cx="259500" cy="361206"/>
          </a:xfrm>
          <a:prstGeom prst="rect">
            <a:avLst/>
          </a:prstGeom>
        </p:spPr>
      </p:pic>
      <p:pic>
        <p:nvPicPr>
          <p:cNvPr id="45" name="Image 35" descr="preencoded.png">    </p:cNvPr>
          <p:cNvPicPr>
            <a:picLocks noChangeAspect="1"/>
          </p:cNvPicPr>
          <p:nvPr/>
        </p:nvPicPr>
        <p:blipFill>
          <a:blip r:embed="rId36"/>
          <a:stretch>
            <a:fillRect/>
          </a:stretch>
        </p:blipFill>
        <p:spPr>
          <a:xfrm>
            <a:off x="6669178" y="1626859"/>
            <a:ext cx="280708" cy="361206"/>
          </a:xfrm>
          <a:prstGeom prst="rect">
            <a:avLst/>
          </a:prstGeom>
        </p:spPr>
      </p:pic>
      <p:pic>
        <p:nvPicPr>
          <p:cNvPr id="46" name="Image 36" descr="preencoded.png">    </p:cNvPr>
          <p:cNvPicPr>
            <a:picLocks noChangeAspect="1"/>
          </p:cNvPicPr>
          <p:nvPr/>
        </p:nvPicPr>
        <p:blipFill>
          <a:blip r:embed="rId37"/>
          <a:stretch>
            <a:fillRect/>
          </a:stretch>
        </p:blipFill>
        <p:spPr>
          <a:xfrm>
            <a:off x="6986930" y="1630642"/>
            <a:ext cx="309195" cy="353634"/>
          </a:xfrm>
          <a:prstGeom prst="rect">
            <a:avLst/>
          </a:prstGeom>
        </p:spPr>
      </p:pic>
      <p:pic>
        <p:nvPicPr>
          <p:cNvPr id="47" name="Image 37" descr="preencoded.png">    </p:cNvPr>
          <p:cNvPicPr>
            <a:picLocks noChangeAspect="1"/>
          </p:cNvPicPr>
          <p:nvPr/>
        </p:nvPicPr>
        <p:blipFill>
          <a:blip r:embed="rId38"/>
          <a:stretch>
            <a:fillRect/>
          </a:stretch>
        </p:blipFill>
        <p:spPr>
          <a:xfrm>
            <a:off x="5119688" y="461974"/>
            <a:ext cx="2163896" cy="364159"/>
          </a:xfrm>
          <a:prstGeom prst="rect">
            <a:avLst/>
          </a:prstGeom>
        </p:spPr>
      </p:pic>
      <p:pic>
        <p:nvPicPr>
          <p:cNvPr id="48" name="Image 38" descr="preencoded.png">    </p:cNvPr>
          <p:cNvPicPr>
            <a:picLocks noChangeAspect="1"/>
          </p:cNvPicPr>
          <p:nvPr/>
        </p:nvPicPr>
        <p:blipFill>
          <a:blip r:embed="rId39"/>
          <a:stretch>
            <a:fillRect/>
          </a:stretch>
        </p:blipFill>
        <p:spPr>
          <a:xfrm>
            <a:off x="5134635" y="514315"/>
            <a:ext cx="837489" cy="284148"/>
          </a:xfrm>
          <a:prstGeom prst="rect">
            <a:avLst/>
          </a:prstGeom>
        </p:spPr>
      </p:pic>
      <p:pic>
        <p:nvPicPr>
          <p:cNvPr id="49" name="Image 39" descr="preencoded.png">    </p:cNvPr>
          <p:cNvPicPr>
            <a:picLocks noChangeAspect="1"/>
          </p:cNvPicPr>
          <p:nvPr/>
        </p:nvPicPr>
        <p:blipFill>
          <a:blip r:embed="rId40"/>
          <a:stretch>
            <a:fillRect/>
          </a:stretch>
        </p:blipFill>
        <p:spPr>
          <a:xfrm>
            <a:off x="5874852" y="461974"/>
            <a:ext cx="687327" cy="364152"/>
          </a:xfrm>
          <a:prstGeom prst="rect">
            <a:avLst/>
          </a:prstGeom>
        </p:spPr>
      </p:pic>
      <p:pic>
        <p:nvPicPr>
          <p:cNvPr id="50" name="Image 40" descr="preencoded.png">    </p:cNvPr>
          <p:cNvPicPr>
            <a:picLocks noChangeAspect="1"/>
          </p:cNvPicPr>
          <p:nvPr/>
        </p:nvPicPr>
        <p:blipFill>
          <a:blip r:embed="rId41"/>
          <a:stretch>
            <a:fillRect/>
          </a:stretch>
        </p:blipFill>
        <p:spPr>
          <a:xfrm>
            <a:off x="6734861" y="544227"/>
            <a:ext cx="548717" cy="281899"/>
          </a:xfrm>
          <a:prstGeom prst="rect">
            <a:avLst/>
          </a:prstGeom>
        </p:spPr>
      </p:pic>
      <p:sp>
        <p:nvSpPr>
          <p:cNvPr id="51" name="Text 8"/>
          <p:cNvSpPr/>
          <p:nvPr/>
        </p:nvSpPr>
        <p:spPr>
          <a:xfrm>
            <a:off x="381000" y="4908414"/>
            <a:ext cx="197713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52" name="Text 9"/>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FFFFFF">
                    <a:alpha val="99000"/>
                  </a:srgbClr>
                </a:solidFill>
                <a:latin typeface="Inter" pitchFamily="34" charset="0"/>
                <a:ea typeface="Inter" pitchFamily="34" charset="-122"/>
                <a:cs typeface="Inter" pitchFamily="34" charset="-120"/>
              </a:rPr>
              <a:t>Logo Color variations</a:t>
            </a:r>
            <a:endParaRPr lang="en-US" sz="1500" dirty="0"/>
          </a:p>
        </p:txBody>
      </p:sp>
      <p:sp>
        <p:nvSpPr>
          <p:cNvPr id="53" name="Text 10"/>
          <p:cNvSpPr/>
          <p:nvPr/>
        </p:nvSpPr>
        <p:spPr>
          <a:xfrm>
            <a:off x="381000" y="500063"/>
            <a:ext cx="3624263" cy="257175"/>
          </a:xfrm>
          <a:prstGeom prst="rect">
            <a:avLst/>
          </a:prstGeom>
          <a:noFill/>
          <a:ln/>
        </p:spPr>
        <p:txBody>
          <a:bodyPr wrap="square" rtlCol="0" anchor="ctr"/>
          <a:lstStyle/>
          <a:p>
            <a:pPr algn="l" indent="0" marL="0">
              <a:lnSpc>
                <a:spcPts val="1155"/>
              </a:lnSpc>
              <a:buNone/>
            </a:pPr>
            <a:r>
              <a:rPr lang="en-US" sz="1050" spc="-37" kern="0" dirty="0">
                <a:solidFill>
                  <a:srgbClr val="FFFFFF">
                    <a:alpha val="99000"/>
                  </a:srgbClr>
                </a:solidFill>
                <a:latin typeface="Inter" pitchFamily="34" charset="0"/>
                <a:ea typeface="Inter" pitchFamily="34" charset="-122"/>
                <a:cs typeface="Inter" pitchFamily="34" charset="-120"/>
              </a:rPr>
              <a:t>Brand</a:t>
            </a:r>
            <a:endParaRPr lang="en-US" sz="1050" dirty="0"/>
          </a:p>
        </p:txBody>
      </p:sp>
      <p:sp>
        <p:nvSpPr>
          <p:cNvPr id="54" name="Text 11"/>
          <p:cNvSpPr/>
          <p:nvPr/>
        </p:nvSpPr>
        <p:spPr>
          <a:xfrm>
            <a:off x="381000" y="1652588"/>
            <a:ext cx="3624263" cy="257175"/>
          </a:xfrm>
          <a:prstGeom prst="rect">
            <a:avLst/>
          </a:prstGeom>
          <a:noFill/>
          <a:ln/>
        </p:spPr>
        <p:txBody>
          <a:bodyPr wrap="square" rtlCol="0" anchor="ctr"/>
          <a:lstStyle/>
          <a:p>
            <a:pPr algn="l" indent="0" marL="0">
              <a:lnSpc>
                <a:spcPts val="1155"/>
              </a:lnSpc>
              <a:buNone/>
            </a:pPr>
            <a:r>
              <a:rPr lang="en-US" sz="1050" spc="-37" kern="0" dirty="0">
                <a:solidFill>
                  <a:srgbClr val="FFFFFF">
                    <a:alpha val="99000"/>
                  </a:srgbClr>
                </a:solidFill>
                <a:latin typeface="Inter" pitchFamily="34" charset="0"/>
                <a:ea typeface="Inter" pitchFamily="34" charset="-122"/>
                <a:cs typeface="Inter" pitchFamily="34" charset="-120"/>
              </a:rPr>
              <a:t>White</a:t>
            </a:r>
            <a:endParaRPr lang="en-US" sz="1050" dirty="0"/>
          </a:p>
        </p:txBody>
      </p:sp>
      <p:sp>
        <p:nvSpPr>
          <p:cNvPr id="55" name="Text 12"/>
          <p:cNvSpPr/>
          <p:nvPr/>
        </p:nvSpPr>
        <p:spPr>
          <a:xfrm>
            <a:off x="381000" y="2890838"/>
            <a:ext cx="3624263" cy="257175"/>
          </a:xfrm>
          <a:prstGeom prst="rect">
            <a:avLst/>
          </a:prstGeom>
          <a:noFill/>
          <a:ln/>
        </p:spPr>
        <p:txBody>
          <a:bodyPr wrap="square" rtlCol="0" anchor="ctr"/>
          <a:lstStyle/>
          <a:p>
            <a:pPr algn="l" indent="0" marL="0">
              <a:lnSpc>
                <a:spcPts val="1155"/>
              </a:lnSpc>
              <a:buNone/>
            </a:pPr>
            <a:r>
              <a:rPr lang="en-US" sz="1050" spc="-37" kern="0" dirty="0">
                <a:solidFill>
                  <a:srgbClr val="FFFFFF">
                    <a:alpha val="99000"/>
                  </a:srgbClr>
                </a:solidFill>
                <a:latin typeface="Inter" pitchFamily="34" charset="0"/>
                <a:ea typeface="Inter" pitchFamily="34" charset="-122"/>
                <a:cs typeface="Inter" pitchFamily="34" charset="-120"/>
              </a:rPr>
              <a:t>Black</a:t>
            </a:r>
            <a:endParaRPr lang="en-US" sz="1050" dirty="0"/>
          </a:p>
        </p:txBody>
      </p:sp>
      <p:sp>
        <p:nvSpPr>
          <p:cNvPr id="56" name="Text 13"/>
          <p:cNvSpPr/>
          <p:nvPr/>
        </p:nvSpPr>
        <p:spPr>
          <a:xfrm>
            <a:off x="3786188" y="3833812"/>
            <a:ext cx="3619500" cy="652463"/>
          </a:xfrm>
          <a:prstGeom prst="rect">
            <a:avLst/>
          </a:prstGeom>
          <a:noFill/>
          <a:ln/>
        </p:spPr>
        <p:txBody>
          <a:bodyPr wrap="square" rtlCol="0" anchor="ctr"/>
          <a:lstStyle/>
          <a:p>
            <a:pPr algn="l" indent="0" marL="0">
              <a:lnSpc>
                <a:spcPts val="999"/>
              </a:lnSpc>
              <a:buNone/>
            </a:pPr>
            <a:r>
              <a:rPr lang="en-US" sz="675" dirty="0">
                <a:solidFill>
                  <a:srgbClr val="FFFFFF">
                    <a:alpha val="99000"/>
                  </a:srgbClr>
                </a:solidFill>
                <a:latin typeface="Inter" pitchFamily="34" charset="0"/>
                <a:ea typeface="Inter" pitchFamily="34" charset="-122"/>
                <a:cs typeface="Inter" pitchFamily="34" charset="-120"/>
              </a:rPr>
              <a:t>The logo should be lighter on darker backgrounds and darker on lighter backgrounds with an - only black - variation</a:t>
            </a:r>
            <a:endParaRPr lang="en-US" sz="675" dirty="0"/>
          </a:p>
        </p:txBody>
      </p:sp>
      <p:sp>
        <p:nvSpPr>
          <p:cNvPr id="57" name="Text 14"/>
          <p:cNvSpPr/>
          <p:nvPr/>
        </p:nvSpPr>
        <p:spPr>
          <a:xfrm>
            <a:off x="3800475" y="4905375"/>
            <a:ext cx="1257300"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Logo Color variations</a:t>
            </a:r>
            <a:endParaRPr lang="en-US" sz="669" dirty="0"/>
          </a:p>
        </p:txBody>
      </p:sp>
      <p:sp>
        <p:nvSpPr>
          <p:cNvPr id="58" name="Text 15"/>
          <p:cNvSpPr/>
          <p:nvPr/>
        </p:nvSpPr>
        <p:spPr>
          <a:xfrm>
            <a:off x="8877300" y="4905375"/>
            <a:ext cx="561975"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05</a:t>
            </a:r>
            <a:endParaRPr lang="en-US" sz="669" dirty="0"/>
          </a:p>
        </p:txBody>
      </p:sp>
      <p:sp>
        <p:nvSpPr>
          <p:cNvPr id="59" name="Text 16"/>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2025</a:t>
            </a:r>
            <a:endParaRPr lang="en-US" sz="66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31D"/>
        </a:solidFill>
      </p:bgPr>
    </p:bg>
    <p:spTree>
      <p:nvGrpSpPr>
        <p:cNvPr id="1" name=""/>
        <p:cNvGrpSpPr/>
        <p:nvPr/>
      </p:nvGrpSpPr>
      <p:grpSpPr>
        <a:xfrm>
          <a:off x="0" y="0"/>
          <a:ext cx="0" cy="0"/>
          <a:chOff x="0" y="0"/>
          <a:chExt cx="0" cy="0"/>
        </a:xfrm>
      </p:grpSpPr>
      <p:sp>
        <p:nvSpPr>
          <p:cNvPr id="2" name="Shape 0"/>
          <p:cNvSpPr/>
          <p:nvPr/>
        </p:nvSpPr>
        <p:spPr>
          <a:xfrm>
            <a:off x="3662362" y="1223963"/>
            <a:ext cx="5100638" cy="1238250"/>
          </a:xfrm>
          <a:prstGeom prst="rect">
            <a:avLst/>
          </a:prstGeom>
          <a:solidFill>
            <a:srgbClr val="FAFAFA"/>
          </a:solidFill>
          <a:ln w="12700">
            <a:solidFill>
              <a:srgbClr val="333333"/>
            </a:solidFill>
            <a:prstDash val="solid"/>
          </a:ln>
        </p:spPr>
      </p:sp>
      <p:sp>
        <p:nvSpPr>
          <p:cNvPr id="3" name="Shape 1"/>
          <p:cNvSpPr/>
          <p:nvPr/>
        </p:nvSpPr>
        <p:spPr>
          <a:xfrm rot="10800000">
            <a:off x="-114300" y="4791075"/>
            <a:ext cx="9256558" cy="0"/>
          </a:xfrm>
          <a:prstGeom prst="line">
            <a:avLst/>
          </a:prstGeom>
          <a:noFill/>
          <a:ln w="11322">
            <a:solidFill>
              <a:srgbClr val="FFFFFF"/>
            </a:solidFill>
            <a:prstDash val="solid"/>
          </a:ln>
        </p:spPr>
      </p:sp>
      <p:sp>
        <p:nvSpPr>
          <p:cNvPr id="4" name="Shape 2"/>
          <p:cNvSpPr/>
          <p:nvPr/>
        </p:nvSpPr>
        <p:spPr>
          <a:xfrm rot="10800000">
            <a:off x="0" y="3709988"/>
            <a:ext cx="8763000" cy="0"/>
          </a:xfrm>
          <a:prstGeom prst="line">
            <a:avLst/>
          </a:prstGeom>
          <a:noFill/>
          <a:ln w="12700">
            <a:solidFill>
              <a:srgbClr val="FFFFFF"/>
            </a:solidFill>
            <a:prstDash val="solid"/>
          </a:ln>
        </p:spPr>
      </p:sp>
      <p:sp>
        <p:nvSpPr>
          <p:cNvPr id="5" name="Shape 3"/>
          <p:cNvSpPr/>
          <p:nvPr/>
        </p:nvSpPr>
        <p:spPr>
          <a:xfrm rot="5400000">
            <a:off x="1076325" y="2576513"/>
            <a:ext cx="5153025" cy="0"/>
          </a:xfrm>
          <a:prstGeom prst="line">
            <a:avLst/>
          </a:prstGeom>
          <a:noFill/>
          <a:ln w="12700">
            <a:solidFill>
              <a:srgbClr val="FFFFFF"/>
            </a:solidFill>
            <a:prstDash val="solid"/>
          </a:ln>
        </p:spPr>
      </p:sp>
      <p:sp>
        <p:nvSpPr>
          <p:cNvPr id="6" name="Shape 4"/>
          <p:cNvSpPr/>
          <p:nvPr/>
        </p:nvSpPr>
        <p:spPr>
          <a:xfrm rot="5400000">
            <a:off x="6188869" y="2574131"/>
            <a:ext cx="5148263" cy="0"/>
          </a:xfrm>
          <a:prstGeom prst="line">
            <a:avLst/>
          </a:prstGeom>
          <a:noFill/>
          <a:ln w="12700">
            <a:solidFill>
              <a:srgbClr val="A2A2A2"/>
            </a:solidFill>
            <a:prstDash val="solid"/>
          </a:ln>
        </p:spPr>
      </p:sp>
      <p:sp>
        <p:nvSpPr>
          <p:cNvPr id="7" name="Shape 5"/>
          <p:cNvSpPr/>
          <p:nvPr/>
        </p:nvSpPr>
        <p:spPr>
          <a:xfrm rot="-10800000">
            <a:off x="8763000" y="2466975"/>
            <a:ext cx="381000" cy="0"/>
          </a:xfrm>
          <a:prstGeom prst="line">
            <a:avLst/>
          </a:prstGeom>
          <a:noFill/>
          <a:ln w="12700">
            <a:solidFill>
              <a:srgbClr val="A2A2A2"/>
            </a:solidFill>
            <a:prstDash val="solid"/>
          </a:ln>
        </p:spPr>
      </p:sp>
      <p:sp>
        <p:nvSpPr>
          <p:cNvPr id="8" name="Shape 6"/>
          <p:cNvSpPr/>
          <p:nvPr/>
        </p:nvSpPr>
        <p:spPr>
          <a:xfrm>
            <a:off x="3662362" y="2471738"/>
            <a:ext cx="5100638" cy="1238250"/>
          </a:xfrm>
          <a:prstGeom prst="rect">
            <a:avLst/>
          </a:prstGeom>
          <a:solidFill>
            <a:srgbClr val="FAFAFA"/>
          </a:solidFill>
          <a:ln w="12700">
            <a:solidFill>
              <a:srgbClr val="000000"/>
            </a:solidFill>
            <a:prstDash val="solid"/>
          </a:ln>
        </p:spPr>
      </p:sp>
      <p:sp>
        <p:nvSpPr>
          <p:cNvPr id="9" name="Shape 7"/>
          <p:cNvSpPr/>
          <p:nvPr/>
        </p:nvSpPr>
        <p:spPr>
          <a:xfrm>
            <a:off x="3662362" y="2471738"/>
            <a:ext cx="5100638" cy="1238250"/>
          </a:xfrm>
          <a:prstGeom prst="rect">
            <a:avLst/>
          </a:prstGeom>
          <a:solidFill>
            <a:srgbClr val="FAFAFA"/>
          </a:solidFill>
          <a:ln w="12700">
            <a:solidFill>
              <a:srgbClr val="333333"/>
            </a:solidFill>
            <a:prstDash val="solid"/>
          </a:ln>
        </p:spPr>
      </p:sp>
      <p:sp>
        <p:nvSpPr>
          <p:cNvPr id="10" name="Shape 8"/>
          <p:cNvSpPr/>
          <p:nvPr/>
        </p:nvSpPr>
        <p:spPr>
          <a:xfrm>
            <a:off x="3662362" y="-4762"/>
            <a:ext cx="5100638" cy="1238250"/>
          </a:xfrm>
          <a:prstGeom prst="rect">
            <a:avLst/>
          </a:prstGeom>
          <a:solidFill>
            <a:srgbClr val="06131D"/>
          </a:solidFill>
          <a:ln w="12700">
            <a:solidFill>
              <a:srgbClr val="333333"/>
            </a:solidFill>
            <a:prstDash val="solid"/>
          </a:ln>
        </p:spPr>
      </p:sp>
      <p:pic>
        <p:nvPicPr>
          <p:cNvPr id="11" name="Image 0" descr="preencoded.png">    </p:cNvPr>
          <p:cNvPicPr>
            <a:picLocks noChangeAspect="1"/>
          </p:cNvPicPr>
          <p:nvPr/>
        </p:nvPicPr>
        <p:blipFill>
          <a:blip r:embed="rId1"/>
          <a:stretch>
            <a:fillRect/>
          </a:stretch>
        </p:blipFill>
        <p:spPr>
          <a:xfrm>
            <a:off x="2886075" y="461963"/>
            <a:ext cx="295275" cy="295275"/>
          </a:xfrm>
          <a:prstGeom prst="rect">
            <a:avLst/>
          </a:prstGeom>
        </p:spPr>
      </p:pic>
      <p:pic>
        <p:nvPicPr>
          <p:cNvPr id="12" name="Image 1" descr="preencoded.png">    </p:cNvPr>
          <p:cNvPicPr>
            <a:picLocks noChangeAspect="1"/>
          </p:cNvPicPr>
          <p:nvPr/>
        </p:nvPicPr>
        <p:blipFill>
          <a:blip r:embed="rId2"/>
          <a:stretch>
            <a:fillRect/>
          </a:stretch>
        </p:blipFill>
        <p:spPr>
          <a:xfrm>
            <a:off x="2886075" y="1633538"/>
            <a:ext cx="295275" cy="295275"/>
          </a:xfrm>
          <a:prstGeom prst="rect">
            <a:avLst/>
          </a:prstGeom>
        </p:spPr>
      </p:pic>
      <p:pic>
        <p:nvPicPr>
          <p:cNvPr id="13" name="Image 2" descr="preencoded.png">    </p:cNvPr>
          <p:cNvPicPr>
            <a:picLocks noChangeAspect="1"/>
          </p:cNvPicPr>
          <p:nvPr/>
        </p:nvPicPr>
        <p:blipFill>
          <a:blip r:embed="rId3"/>
          <a:stretch>
            <a:fillRect/>
          </a:stretch>
        </p:blipFill>
        <p:spPr>
          <a:xfrm>
            <a:off x="2886075" y="2871788"/>
            <a:ext cx="295275" cy="295275"/>
          </a:xfrm>
          <a:prstGeom prst="rect">
            <a:avLst/>
          </a:prstGeom>
        </p:spPr>
      </p:pic>
      <p:pic>
        <p:nvPicPr>
          <p:cNvPr id="14" name="Image 3" descr="preencoded.png">    </p:cNvPr>
          <p:cNvPicPr>
            <a:picLocks noChangeAspect="1"/>
          </p:cNvPicPr>
          <p:nvPr/>
        </p:nvPicPr>
        <p:blipFill>
          <a:blip r:embed="rId4"/>
          <a:stretch>
            <a:fillRect/>
          </a:stretch>
        </p:blipFill>
        <p:spPr>
          <a:xfrm>
            <a:off x="5982206" y="2706532"/>
            <a:ext cx="489356" cy="766065"/>
          </a:xfrm>
          <a:prstGeom prst="rect">
            <a:avLst/>
          </a:prstGeom>
        </p:spPr>
      </p:pic>
      <p:pic>
        <p:nvPicPr>
          <p:cNvPr id="15" name="Image 4" descr="preencoded.png">    </p:cNvPr>
          <p:cNvPicPr>
            <a:picLocks noChangeAspect="1"/>
          </p:cNvPicPr>
          <p:nvPr/>
        </p:nvPicPr>
        <p:blipFill>
          <a:blip r:embed="rId5"/>
          <a:stretch>
            <a:fillRect/>
          </a:stretch>
        </p:blipFill>
        <p:spPr>
          <a:xfrm>
            <a:off x="5674591" y="2977093"/>
            <a:ext cx="444412" cy="327687"/>
          </a:xfrm>
          <a:prstGeom prst="rect">
            <a:avLst/>
          </a:prstGeom>
        </p:spPr>
      </p:pic>
      <p:pic>
        <p:nvPicPr>
          <p:cNvPr id="16" name="Image 5" descr="preencoded.png">    </p:cNvPr>
          <p:cNvPicPr>
            <a:picLocks noChangeAspect="1"/>
          </p:cNvPicPr>
          <p:nvPr/>
        </p:nvPicPr>
        <p:blipFill>
          <a:blip r:embed="rId6"/>
          <a:stretch>
            <a:fillRect/>
          </a:stretch>
        </p:blipFill>
        <p:spPr>
          <a:xfrm>
            <a:off x="6147726" y="2707895"/>
            <a:ext cx="322656" cy="327687"/>
          </a:xfrm>
          <a:prstGeom prst="rect">
            <a:avLst/>
          </a:prstGeom>
        </p:spPr>
      </p:pic>
      <p:pic>
        <p:nvPicPr>
          <p:cNvPr id="17" name="Image 6" descr="preencoded.png">    </p:cNvPr>
          <p:cNvPicPr>
            <a:picLocks noChangeAspect="1"/>
          </p:cNvPicPr>
          <p:nvPr/>
        </p:nvPicPr>
        <p:blipFill>
          <a:blip r:embed="rId7"/>
          <a:stretch>
            <a:fillRect/>
          </a:stretch>
        </p:blipFill>
        <p:spPr>
          <a:xfrm>
            <a:off x="5935632" y="3295241"/>
            <a:ext cx="489361" cy="175924"/>
          </a:xfrm>
          <a:prstGeom prst="rect">
            <a:avLst/>
          </a:prstGeom>
        </p:spPr>
      </p:pic>
      <p:pic>
        <p:nvPicPr>
          <p:cNvPr id="18" name="Image 7" descr="preencoded.png">    </p:cNvPr>
          <p:cNvPicPr>
            <a:picLocks noChangeAspect="1"/>
          </p:cNvPicPr>
          <p:nvPr/>
        </p:nvPicPr>
        <p:blipFill>
          <a:blip r:embed="rId8"/>
          <a:stretch>
            <a:fillRect/>
          </a:stretch>
        </p:blipFill>
        <p:spPr>
          <a:xfrm>
            <a:off x="5380918" y="2675265"/>
            <a:ext cx="150740" cy="297852"/>
          </a:xfrm>
          <a:prstGeom prst="rect">
            <a:avLst/>
          </a:prstGeom>
        </p:spPr>
      </p:pic>
      <p:pic>
        <p:nvPicPr>
          <p:cNvPr id="19" name="Image 8" descr="preencoded.png">    </p:cNvPr>
          <p:cNvPicPr>
            <a:picLocks noChangeAspect="1"/>
          </p:cNvPicPr>
          <p:nvPr/>
        </p:nvPicPr>
        <p:blipFill>
          <a:blip r:embed="rId9"/>
          <a:stretch>
            <a:fillRect/>
          </a:stretch>
        </p:blipFill>
        <p:spPr>
          <a:xfrm>
            <a:off x="5982148" y="249013"/>
            <a:ext cx="467288" cy="731513"/>
          </a:xfrm>
          <a:prstGeom prst="rect">
            <a:avLst/>
          </a:prstGeom>
        </p:spPr>
      </p:pic>
      <p:pic>
        <p:nvPicPr>
          <p:cNvPr id="20" name="Image 9" descr="preencoded.png">    </p:cNvPr>
          <p:cNvPicPr>
            <a:picLocks noChangeAspect="1"/>
          </p:cNvPicPr>
          <p:nvPr/>
        </p:nvPicPr>
        <p:blipFill>
          <a:blip r:embed="rId10"/>
          <a:stretch>
            <a:fillRect/>
          </a:stretch>
        </p:blipFill>
        <p:spPr>
          <a:xfrm>
            <a:off x="5688405" y="507374"/>
            <a:ext cx="424362" cy="312906"/>
          </a:xfrm>
          <a:prstGeom prst="rect">
            <a:avLst/>
          </a:prstGeom>
        </p:spPr>
      </p:pic>
      <p:pic>
        <p:nvPicPr>
          <p:cNvPr id="21" name="Image 10" descr="preencoded.png">    </p:cNvPr>
          <p:cNvPicPr>
            <a:picLocks noChangeAspect="1"/>
          </p:cNvPicPr>
          <p:nvPr/>
        </p:nvPicPr>
        <p:blipFill>
          <a:blip r:embed="rId11"/>
          <a:stretch>
            <a:fillRect/>
          </a:stretch>
        </p:blipFill>
        <p:spPr>
          <a:xfrm>
            <a:off x="6140202" y="250315"/>
            <a:ext cx="308107" cy="312906"/>
          </a:xfrm>
          <a:prstGeom prst="rect">
            <a:avLst/>
          </a:prstGeom>
        </p:spPr>
      </p:pic>
      <p:pic>
        <p:nvPicPr>
          <p:cNvPr id="22" name="Image 11" descr="preencoded.png">    </p:cNvPr>
          <p:cNvPicPr>
            <a:picLocks noChangeAspect="1"/>
          </p:cNvPicPr>
          <p:nvPr/>
        </p:nvPicPr>
        <p:blipFill>
          <a:blip r:embed="rId12"/>
          <a:stretch>
            <a:fillRect/>
          </a:stretch>
        </p:blipFill>
        <p:spPr>
          <a:xfrm>
            <a:off x="5937673" y="811174"/>
            <a:ext cx="467288" cy="167990"/>
          </a:xfrm>
          <a:prstGeom prst="rect">
            <a:avLst/>
          </a:prstGeom>
        </p:spPr>
      </p:pic>
      <p:pic>
        <p:nvPicPr>
          <p:cNvPr id="23" name="Image 12" descr="preencoded.png">    </p:cNvPr>
          <p:cNvPicPr>
            <a:picLocks noChangeAspect="1"/>
          </p:cNvPicPr>
          <p:nvPr/>
        </p:nvPicPr>
        <p:blipFill>
          <a:blip r:embed="rId13"/>
          <a:stretch>
            <a:fillRect/>
          </a:stretch>
        </p:blipFill>
        <p:spPr>
          <a:xfrm>
            <a:off x="5407986" y="219163"/>
            <a:ext cx="143944" cy="284420"/>
          </a:xfrm>
          <a:prstGeom prst="rect">
            <a:avLst/>
          </a:prstGeom>
        </p:spPr>
      </p:pic>
      <p:pic>
        <p:nvPicPr>
          <p:cNvPr id="24" name="Image 13" descr="preencoded.png">    </p:cNvPr>
          <p:cNvPicPr>
            <a:picLocks noChangeAspect="1"/>
          </p:cNvPicPr>
          <p:nvPr/>
        </p:nvPicPr>
        <p:blipFill>
          <a:blip r:embed="rId14"/>
          <a:stretch>
            <a:fillRect/>
          </a:stretch>
        </p:blipFill>
        <p:spPr>
          <a:xfrm>
            <a:off x="5982206" y="1458753"/>
            <a:ext cx="489356" cy="766065"/>
          </a:xfrm>
          <a:prstGeom prst="rect">
            <a:avLst/>
          </a:prstGeom>
        </p:spPr>
      </p:pic>
      <p:pic>
        <p:nvPicPr>
          <p:cNvPr id="25" name="Image 14" descr="preencoded.png">    </p:cNvPr>
          <p:cNvPicPr>
            <a:picLocks noChangeAspect="1"/>
          </p:cNvPicPr>
          <p:nvPr/>
        </p:nvPicPr>
        <p:blipFill>
          <a:blip r:embed="rId15"/>
          <a:stretch>
            <a:fillRect/>
          </a:stretch>
        </p:blipFill>
        <p:spPr>
          <a:xfrm>
            <a:off x="5674591" y="1729318"/>
            <a:ext cx="444412" cy="327687"/>
          </a:xfrm>
          <a:prstGeom prst="rect">
            <a:avLst/>
          </a:prstGeom>
        </p:spPr>
      </p:pic>
      <p:pic>
        <p:nvPicPr>
          <p:cNvPr id="26" name="Image 15" descr="preencoded.png">    </p:cNvPr>
          <p:cNvPicPr>
            <a:picLocks noChangeAspect="1"/>
          </p:cNvPicPr>
          <p:nvPr/>
        </p:nvPicPr>
        <p:blipFill>
          <a:blip r:embed="rId16"/>
          <a:stretch>
            <a:fillRect/>
          </a:stretch>
        </p:blipFill>
        <p:spPr>
          <a:xfrm>
            <a:off x="6147726" y="1460120"/>
            <a:ext cx="322656" cy="327687"/>
          </a:xfrm>
          <a:prstGeom prst="rect">
            <a:avLst/>
          </a:prstGeom>
        </p:spPr>
      </p:pic>
      <p:pic>
        <p:nvPicPr>
          <p:cNvPr id="27" name="Image 16" descr="preencoded.png">    </p:cNvPr>
          <p:cNvPicPr>
            <a:picLocks noChangeAspect="1"/>
          </p:cNvPicPr>
          <p:nvPr/>
        </p:nvPicPr>
        <p:blipFill>
          <a:blip r:embed="rId17"/>
          <a:stretch>
            <a:fillRect/>
          </a:stretch>
        </p:blipFill>
        <p:spPr>
          <a:xfrm>
            <a:off x="5935632" y="2047466"/>
            <a:ext cx="489361" cy="175924"/>
          </a:xfrm>
          <a:prstGeom prst="rect">
            <a:avLst/>
          </a:prstGeom>
        </p:spPr>
      </p:pic>
      <p:pic>
        <p:nvPicPr>
          <p:cNvPr id="28" name="Image 17" descr="preencoded.png">    </p:cNvPr>
          <p:cNvPicPr>
            <a:picLocks noChangeAspect="1"/>
          </p:cNvPicPr>
          <p:nvPr/>
        </p:nvPicPr>
        <p:blipFill>
          <a:blip r:embed="rId18"/>
          <a:stretch>
            <a:fillRect/>
          </a:stretch>
        </p:blipFill>
        <p:spPr>
          <a:xfrm>
            <a:off x="5380918" y="1427490"/>
            <a:ext cx="150740" cy="297852"/>
          </a:xfrm>
          <a:prstGeom prst="rect">
            <a:avLst/>
          </a:prstGeom>
        </p:spPr>
      </p:pic>
      <p:sp>
        <p:nvSpPr>
          <p:cNvPr id="29" name="Text 9"/>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30" name="Text 10"/>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FFFFFF">
                    <a:alpha val="99000"/>
                  </a:srgbClr>
                </a:solidFill>
                <a:latin typeface="Inter" pitchFamily="34" charset="0"/>
                <a:ea typeface="Inter" pitchFamily="34" charset="-122"/>
                <a:cs typeface="Inter" pitchFamily="34" charset="-120"/>
              </a:rPr>
              <a:t>Icon variations</a:t>
            </a:r>
            <a:endParaRPr lang="en-US" sz="1500" dirty="0"/>
          </a:p>
        </p:txBody>
      </p:sp>
      <p:sp>
        <p:nvSpPr>
          <p:cNvPr id="31" name="Text 11"/>
          <p:cNvSpPr/>
          <p:nvPr/>
        </p:nvSpPr>
        <p:spPr>
          <a:xfrm>
            <a:off x="381000" y="500063"/>
            <a:ext cx="3624263" cy="257175"/>
          </a:xfrm>
          <a:prstGeom prst="rect">
            <a:avLst/>
          </a:prstGeom>
          <a:noFill/>
          <a:ln/>
        </p:spPr>
        <p:txBody>
          <a:bodyPr wrap="square" rtlCol="0" anchor="ctr"/>
          <a:lstStyle/>
          <a:p>
            <a:pPr algn="l" indent="0" marL="0">
              <a:lnSpc>
                <a:spcPts val="1155"/>
              </a:lnSpc>
              <a:buNone/>
            </a:pPr>
            <a:r>
              <a:rPr lang="en-US" sz="1050" spc="-37" kern="0" dirty="0">
                <a:solidFill>
                  <a:srgbClr val="FFFFFF">
                    <a:alpha val="99000"/>
                  </a:srgbClr>
                </a:solidFill>
                <a:latin typeface="Inter" pitchFamily="34" charset="0"/>
                <a:ea typeface="Inter" pitchFamily="34" charset="-122"/>
                <a:cs typeface="Inter" pitchFamily="34" charset="-120"/>
              </a:rPr>
              <a:t>Brand</a:t>
            </a:r>
            <a:endParaRPr lang="en-US" sz="1050" dirty="0"/>
          </a:p>
        </p:txBody>
      </p:sp>
      <p:sp>
        <p:nvSpPr>
          <p:cNvPr id="32" name="Text 12"/>
          <p:cNvSpPr/>
          <p:nvPr/>
        </p:nvSpPr>
        <p:spPr>
          <a:xfrm>
            <a:off x="381000" y="1652588"/>
            <a:ext cx="3624263" cy="257175"/>
          </a:xfrm>
          <a:prstGeom prst="rect">
            <a:avLst/>
          </a:prstGeom>
          <a:noFill/>
          <a:ln/>
        </p:spPr>
        <p:txBody>
          <a:bodyPr wrap="square" rtlCol="0" anchor="ctr"/>
          <a:lstStyle/>
          <a:p>
            <a:pPr algn="l" indent="0" marL="0">
              <a:lnSpc>
                <a:spcPts val="1155"/>
              </a:lnSpc>
              <a:buNone/>
            </a:pPr>
            <a:r>
              <a:rPr lang="en-US" sz="1050" spc="-37" kern="0" dirty="0">
                <a:solidFill>
                  <a:srgbClr val="FFFFFF">
                    <a:alpha val="99000"/>
                  </a:srgbClr>
                </a:solidFill>
                <a:latin typeface="Inter" pitchFamily="34" charset="0"/>
                <a:ea typeface="Inter" pitchFamily="34" charset="-122"/>
                <a:cs typeface="Inter" pitchFamily="34" charset="-120"/>
              </a:rPr>
              <a:t>White</a:t>
            </a:r>
            <a:endParaRPr lang="en-US" sz="1050" dirty="0"/>
          </a:p>
        </p:txBody>
      </p:sp>
      <p:sp>
        <p:nvSpPr>
          <p:cNvPr id="33" name="Text 13"/>
          <p:cNvSpPr/>
          <p:nvPr/>
        </p:nvSpPr>
        <p:spPr>
          <a:xfrm>
            <a:off x="381000" y="2890838"/>
            <a:ext cx="3624263" cy="257175"/>
          </a:xfrm>
          <a:prstGeom prst="rect">
            <a:avLst/>
          </a:prstGeom>
          <a:noFill/>
          <a:ln/>
        </p:spPr>
        <p:txBody>
          <a:bodyPr wrap="square" rtlCol="0" anchor="ctr"/>
          <a:lstStyle/>
          <a:p>
            <a:pPr algn="l" indent="0" marL="0">
              <a:lnSpc>
                <a:spcPts val="1155"/>
              </a:lnSpc>
              <a:buNone/>
            </a:pPr>
            <a:r>
              <a:rPr lang="en-US" sz="1050" spc="-37" kern="0" dirty="0">
                <a:solidFill>
                  <a:srgbClr val="FFFFFF">
                    <a:alpha val="99000"/>
                  </a:srgbClr>
                </a:solidFill>
                <a:latin typeface="Inter" pitchFamily="34" charset="0"/>
                <a:ea typeface="Inter" pitchFamily="34" charset="-122"/>
                <a:cs typeface="Inter" pitchFamily="34" charset="-120"/>
              </a:rPr>
              <a:t>Black</a:t>
            </a:r>
            <a:endParaRPr lang="en-US" sz="1050" dirty="0"/>
          </a:p>
        </p:txBody>
      </p:sp>
      <p:sp>
        <p:nvSpPr>
          <p:cNvPr id="34" name="Text 14"/>
          <p:cNvSpPr/>
          <p:nvPr/>
        </p:nvSpPr>
        <p:spPr>
          <a:xfrm>
            <a:off x="3800475" y="4905375"/>
            <a:ext cx="1023937"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Icon variations</a:t>
            </a:r>
            <a:endParaRPr lang="en-US" sz="669" dirty="0"/>
          </a:p>
        </p:txBody>
      </p:sp>
      <p:sp>
        <p:nvSpPr>
          <p:cNvPr id="35" name="Text 15"/>
          <p:cNvSpPr/>
          <p:nvPr/>
        </p:nvSpPr>
        <p:spPr>
          <a:xfrm>
            <a:off x="8877300" y="4905375"/>
            <a:ext cx="561975"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06</a:t>
            </a:r>
            <a:endParaRPr lang="en-US" sz="669" dirty="0"/>
          </a:p>
        </p:txBody>
      </p:sp>
      <p:sp>
        <p:nvSpPr>
          <p:cNvPr id="36" name="Text 16"/>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2025</a:t>
            </a:r>
            <a:endParaRPr lang="en-US" sz="669" dirty="0"/>
          </a:p>
        </p:txBody>
      </p:sp>
      <p:sp>
        <p:nvSpPr>
          <p:cNvPr id="37" name="Text 17"/>
          <p:cNvSpPr/>
          <p:nvPr/>
        </p:nvSpPr>
        <p:spPr>
          <a:xfrm>
            <a:off x="3786188" y="3833812"/>
            <a:ext cx="3714750" cy="652463"/>
          </a:xfrm>
          <a:prstGeom prst="rect">
            <a:avLst/>
          </a:prstGeom>
          <a:noFill/>
          <a:ln/>
        </p:spPr>
        <p:txBody>
          <a:bodyPr wrap="square" rtlCol="0" anchor="ctr"/>
          <a:lstStyle/>
          <a:p>
            <a:pPr algn="l" indent="0" marL="0">
              <a:lnSpc>
                <a:spcPts val="999"/>
              </a:lnSpc>
              <a:buNone/>
            </a:pPr>
            <a:r>
              <a:rPr lang="en-US" sz="675" dirty="0">
                <a:solidFill>
                  <a:srgbClr val="FFFFFF">
                    <a:alpha val="99000"/>
                  </a:srgbClr>
                </a:solidFill>
                <a:latin typeface="Inter" pitchFamily="34" charset="0"/>
                <a:ea typeface="Inter" pitchFamily="34" charset="-122"/>
                <a:cs typeface="Inter" pitchFamily="34" charset="-120"/>
              </a:rPr>
              <a:t>The Icon should be lighter on darker backgrounds and darker on lighter backgrounds with an - only black - variation</a:t>
            </a:r>
            <a:endParaRPr lang="en-US" sz="6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709988"/>
            <a:ext cx="8763000" cy="0"/>
          </a:xfrm>
          <a:prstGeom prst="line">
            <a:avLst/>
          </a:prstGeom>
          <a:noFill/>
          <a:ln w="12700">
            <a:solidFill>
              <a:srgbClr val="000000"/>
            </a:solidFill>
            <a:prstDash val="solid"/>
          </a:ln>
        </p:spPr>
      </p:sp>
      <p:sp>
        <p:nvSpPr>
          <p:cNvPr id="4" name="Shape 2"/>
          <p:cNvSpPr/>
          <p:nvPr/>
        </p:nvSpPr>
        <p:spPr>
          <a:xfrm rot="5400000">
            <a:off x="2931319" y="4431506"/>
            <a:ext cx="1443038" cy="0"/>
          </a:xfrm>
          <a:prstGeom prst="line">
            <a:avLst/>
          </a:prstGeom>
          <a:noFill/>
          <a:ln w="12700">
            <a:solidFill>
              <a:srgbClr val="000000"/>
            </a:solidFill>
            <a:prstDash val="solid"/>
          </a:ln>
        </p:spPr>
      </p:sp>
      <p:sp>
        <p:nvSpPr>
          <p:cNvPr id="5" name="Shape 3"/>
          <p:cNvSpPr/>
          <p:nvPr/>
        </p:nvSpPr>
        <p:spPr>
          <a:xfrm rot="5400000">
            <a:off x="6188869" y="2574131"/>
            <a:ext cx="5148263" cy="0"/>
          </a:xfrm>
          <a:prstGeom prst="line">
            <a:avLst/>
          </a:prstGeom>
          <a:noFill/>
          <a:ln w="12700">
            <a:solidFill>
              <a:srgbClr val="A2A2A2"/>
            </a:solidFill>
            <a:prstDash val="solid"/>
          </a:ln>
        </p:spPr>
      </p:sp>
      <p:sp>
        <p:nvSpPr>
          <p:cNvPr id="6" name="Shape 4"/>
          <p:cNvSpPr/>
          <p:nvPr/>
        </p:nvSpPr>
        <p:spPr>
          <a:xfrm rot="-10800000">
            <a:off x="8763000" y="2509838"/>
            <a:ext cx="381000" cy="0"/>
          </a:xfrm>
          <a:prstGeom prst="line">
            <a:avLst/>
          </a:prstGeom>
          <a:noFill/>
          <a:ln w="12700">
            <a:solidFill>
              <a:srgbClr val="A2A2A2"/>
            </a:solidFill>
            <a:prstDash val="solid"/>
          </a:ln>
        </p:spPr>
      </p:sp>
      <p:sp>
        <p:nvSpPr>
          <p:cNvPr id="7" name="Shape 5"/>
          <p:cNvSpPr/>
          <p:nvPr/>
        </p:nvSpPr>
        <p:spPr>
          <a:xfrm>
            <a:off x="0" y="0"/>
            <a:ext cx="8763000" cy="614363"/>
          </a:xfrm>
          <a:prstGeom prst="rect">
            <a:avLst/>
          </a:prstGeom>
          <a:solidFill>
            <a:srgbClr val="2C76FF"/>
          </a:solidFill>
          <a:ln/>
        </p:spPr>
      </p:sp>
      <p:sp>
        <p:nvSpPr>
          <p:cNvPr id="8" name="Shape 6"/>
          <p:cNvSpPr/>
          <p:nvPr/>
        </p:nvSpPr>
        <p:spPr>
          <a:xfrm>
            <a:off x="0" y="614363"/>
            <a:ext cx="8763000" cy="623888"/>
          </a:xfrm>
          <a:prstGeom prst="rect">
            <a:avLst/>
          </a:prstGeom>
          <a:solidFill>
            <a:srgbClr val="06131D"/>
          </a:solidFill>
          <a:ln/>
        </p:spPr>
      </p:sp>
      <p:sp>
        <p:nvSpPr>
          <p:cNvPr id="9" name="Shape 7"/>
          <p:cNvSpPr/>
          <p:nvPr/>
        </p:nvSpPr>
        <p:spPr>
          <a:xfrm>
            <a:off x="0" y="1238250"/>
            <a:ext cx="8763000" cy="614363"/>
          </a:xfrm>
          <a:prstGeom prst="rect">
            <a:avLst/>
          </a:prstGeom>
          <a:solidFill>
            <a:srgbClr val="095398"/>
          </a:solidFill>
          <a:ln/>
        </p:spPr>
      </p:sp>
      <p:sp>
        <p:nvSpPr>
          <p:cNvPr id="10" name="Shape 8"/>
          <p:cNvSpPr/>
          <p:nvPr/>
        </p:nvSpPr>
        <p:spPr>
          <a:xfrm>
            <a:off x="0" y="1852612"/>
            <a:ext cx="8763000" cy="619125"/>
          </a:xfrm>
          <a:prstGeom prst="rect">
            <a:avLst/>
          </a:prstGeom>
          <a:solidFill>
            <a:srgbClr val="FAFAFA"/>
          </a:solidFill>
          <a:ln/>
        </p:spPr>
      </p:sp>
      <p:sp>
        <p:nvSpPr>
          <p:cNvPr id="11" name="Shape 9"/>
          <p:cNvSpPr/>
          <p:nvPr/>
        </p:nvSpPr>
        <p:spPr>
          <a:xfrm>
            <a:off x="0" y="2471738"/>
            <a:ext cx="8763000" cy="623888"/>
          </a:xfrm>
          <a:prstGeom prst="rect">
            <a:avLst/>
          </a:prstGeom>
          <a:solidFill>
            <a:srgbClr val="16F3EF"/>
          </a:solidFill>
          <a:ln/>
        </p:spPr>
      </p:sp>
      <p:sp>
        <p:nvSpPr>
          <p:cNvPr id="12" name="Shape 10"/>
          <p:cNvSpPr/>
          <p:nvPr/>
        </p:nvSpPr>
        <p:spPr>
          <a:xfrm>
            <a:off x="7715250" y="2762250"/>
            <a:ext cx="538163" cy="42863"/>
          </a:xfrm>
          <a:prstGeom prst="rect">
            <a:avLst/>
          </a:prstGeom>
          <a:noFill/>
          <a:ln/>
        </p:spPr>
      </p:sp>
      <p:sp>
        <p:nvSpPr>
          <p:cNvPr id="13" name="Shape 11"/>
          <p:cNvSpPr/>
          <p:nvPr/>
        </p:nvSpPr>
        <p:spPr>
          <a:xfrm>
            <a:off x="0" y="3095625"/>
            <a:ext cx="8763000" cy="614363"/>
          </a:xfrm>
          <a:prstGeom prst="rect">
            <a:avLst/>
          </a:prstGeom>
          <a:solidFill>
            <a:srgbClr val="9ACEFF"/>
          </a:solidFill>
          <a:ln/>
        </p:spPr>
      </p:sp>
      <p:sp>
        <p:nvSpPr>
          <p:cNvPr id="14" name="Shape 12"/>
          <p:cNvSpPr/>
          <p:nvPr/>
        </p:nvSpPr>
        <p:spPr>
          <a:xfrm>
            <a:off x="7715250" y="3376613"/>
            <a:ext cx="538163" cy="52388"/>
          </a:xfrm>
          <a:prstGeom prst="rect">
            <a:avLst/>
          </a:prstGeom>
          <a:noFill/>
          <a:ln/>
        </p:spPr>
      </p:sp>
      <p:sp>
        <p:nvSpPr>
          <p:cNvPr id="15" name="Shape 13"/>
          <p:cNvSpPr/>
          <p:nvPr/>
        </p:nvSpPr>
        <p:spPr>
          <a:xfrm>
            <a:off x="7715250" y="280988"/>
            <a:ext cx="552450" cy="52388"/>
          </a:xfrm>
          <a:prstGeom prst="rect">
            <a:avLst/>
          </a:prstGeom>
          <a:noFill/>
          <a:ln/>
        </p:spPr>
      </p:sp>
      <p:sp>
        <p:nvSpPr>
          <p:cNvPr id="16" name="Shape 14"/>
          <p:cNvSpPr/>
          <p:nvPr/>
        </p:nvSpPr>
        <p:spPr>
          <a:xfrm>
            <a:off x="7715250" y="938213"/>
            <a:ext cx="533400" cy="42863"/>
          </a:xfrm>
          <a:prstGeom prst="rect">
            <a:avLst/>
          </a:prstGeom>
          <a:noFill/>
          <a:ln/>
        </p:spPr>
      </p:sp>
      <p:sp>
        <p:nvSpPr>
          <p:cNvPr id="17" name="Shape 15"/>
          <p:cNvSpPr/>
          <p:nvPr/>
        </p:nvSpPr>
        <p:spPr>
          <a:xfrm>
            <a:off x="7715250" y="1528763"/>
            <a:ext cx="533400" cy="47625"/>
          </a:xfrm>
          <a:prstGeom prst="rect">
            <a:avLst/>
          </a:prstGeom>
          <a:noFill/>
          <a:ln/>
        </p:spPr>
      </p:sp>
      <p:sp>
        <p:nvSpPr>
          <p:cNvPr id="18" name="Shape 16"/>
          <p:cNvSpPr/>
          <p:nvPr/>
        </p:nvSpPr>
        <p:spPr>
          <a:xfrm>
            <a:off x="7715250" y="2147888"/>
            <a:ext cx="557213" cy="47625"/>
          </a:xfrm>
          <a:prstGeom prst="rect">
            <a:avLst/>
          </a:prstGeom>
          <a:noFill/>
          <a:ln/>
        </p:spPr>
      </p:sp>
      <p:sp>
        <p:nvSpPr>
          <p:cNvPr id="19" name="Text 17"/>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20" name="Text 18"/>
          <p:cNvSpPr/>
          <p:nvPr/>
        </p:nvSpPr>
        <p:spPr>
          <a:xfrm>
            <a:off x="381000" y="3857625"/>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Colors</a:t>
            </a:r>
            <a:endParaRPr lang="en-US" sz="1500" dirty="0"/>
          </a:p>
        </p:txBody>
      </p:sp>
      <p:sp>
        <p:nvSpPr>
          <p:cNvPr id="21" name="Text 19"/>
          <p:cNvSpPr/>
          <p:nvPr/>
        </p:nvSpPr>
        <p:spPr>
          <a:xfrm>
            <a:off x="3800475" y="4905375"/>
            <a:ext cx="704850"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Colors</a:t>
            </a:r>
            <a:endParaRPr lang="en-US" sz="669" dirty="0"/>
          </a:p>
        </p:txBody>
      </p:sp>
      <p:sp>
        <p:nvSpPr>
          <p:cNvPr id="22" name="Text 20"/>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07</a:t>
            </a:r>
            <a:endParaRPr lang="en-US" sz="669" dirty="0"/>
          </a:p>
        </p:txBody>
      </p:sp>
      <p:sp>
        <p:nvSpPr>
          <p:cNvPr id="23" name="Text 21"/>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24" name="Text 22"/>
          <p:cNvSpPr/>
          <p:nvPr/>
        </p:nvSpPr>
        <p:spPr>
          <a:xfrm>
            <a:off x="247650" y="128588"/>
            <a:ext cx="1038225"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Primary</a:t>
            </a:r>
            <a:endParaRPr lang="en-US" sz="525" dirty="0"/>
          </a:p>
        </p:txBody>
      </p:sp>
      <p:sp>
        <p:nvSpPr>
          <p:cNvPr id="25" name="Text 23"/>
          <p:cNvSpPr/>
          <p:nvPr/>
        </p:nvSpPr>
        <p:spPr>
          <a:xfrm>
            <a:off x="6972300" y="276225"/>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01</a:t>
            </a:r>
            <a:endParaRPr lang="en-US" sz="525" dirty="0"/>
          </a:p>
        </p:txBody>
      </p:sp>
      <p:sp>
        <p:nvSpPr>
          <p:cNvPr id="26" name="Text 24"/>
          <p:cNvSpPr/>
          <p:nvPr/>
        </p:nvSpPr>
        <p:spPr>
          <a:xfrm>
            <a:off x="6972300" y="933450"/>
            <a:ext cx="571500" cy="57150"/>
          </a:xfrm>
          <a:prstGeom prst="rect">
            <a:avLst/>
          </a:prstGeom>
          <a:noFill/>
          <a:ln/>
        </p:spPr>
        <p:txBody>
          <a:bodyPr wrap="square" rtlCol="0" anchor="ctr"/>
          <a:lstStyle/>
          <a:p>
            <a:pPr algn="r"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02</a:t>
            </a:r>
            <a:endParaRPr lang="en-US" sz="525" dirty="0"/>
          </a:p>
        </p:txBody>
      </p:sp>
      <p:sp>
        <p:nvSpPr>
          <p:cNvPr id="27" name="Text 25"/>
          <p:cNvSpPr/>
          <p:nvPr/>
        </p:nvSpPr>
        <p:spPr>
          <a:xfrm>
            <a:off x="6972300" y="1514475"/>
            <a:ext cx="571500" cy="61912"/>
          </a:xfrm>
          <a:prstGeom prst="rect">
            <a:avLst/>
          </a:prstGeom>
          <a:noFill/>
          <a:ln/>
        </p:spPr>
        <p:txBody>
          <a:bodyPr wrap="square" rtlCol="0" anchor="ctr"/>
          <a:lstStyle/>
          <a:p>
            <a:pPr algn="r"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03</a:t>
            </a:r>
            <a:endParaRPr lang="en-US" sz="525" dirty="0"/>
          </a:p>
        </p:txBody>
      </p:sp>
      <p:sp>
        <p:nvSpPr>
          <p:cNvPr id="28" name="Text 26"/>
          <p:cNvSpPr/>
          <p:nvPr/>
        </p:nvSpPr>
        <p:spPr>
          <a:xfrm>
            <a:off x="6972300" y="2133600"/>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04</a:t>
            </a:r>
            <a:endParaRPr lang="en-US" sz="525" dirty="0"/>
          </a:p>
        </p:txBody>
      </p:sp>
      <p:sp>
        <p:nvSpPr>
          <p:cNvPr id="29" name="Text 27"/>
          <p:cNvSpPr/>
          <p:nvPr/>
        </p:nvSpPr>
        <p:spPr>
          <a:xfrm>
            <a:off x="6972300" y="2752725"/>
            <a:ext cx="571500" cy="57150"/>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05</a:t>
            </a:r>
            <a:endParaRPr lang="en-US" sz="525" dirty="0"/>
          </a:p>
        </p:txBody>
      </p:sp>
      <p:sp>
        <p:nvSpPr>
          <p:cNvPr id="30" name="Text 28"/>
          <p:cNvSpPr/>
          <p:nvPr/>
        </p:nvSpPr>
        <p:spPr>
          <a:xfrm>
            <a:off x="6972300" y="3371850"/>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06</a:t>
            </a:r>
            <a:endParaRPr lang="en-US" sz="525" dirty="0"/>
          </a:p>
        </p:txBody>
      </p:sp>
      <p:sp>
        <p:nvSpPr>
          <p:cNvPr id="31" name="Text 29"/>
          <p:cNvSpPr/>
          <p:nvPr/>
        </p:nvSpPr>
        <p:spPr>
          <a:xfrm>
            <a:off x="247650" y="747713"/>
            <a:ext cx="795338" cy="61912"/>
          </a:xfrm>
          <a:prstGeom prst="rect">
            <a:avLst/>
          </a:prstGeom>
          <a:noFill/>
          <a:ln/>
        </p:spPr>
        <p:txBody>
          <a:bodyPr wrap="square" rtlCol="0" anchor="ctr"/>
          <a:lstStyle/>
          <a:p>
            <a:pPr algn="l"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BG</a:t>
            </a:r>
            <a:endParaRPr lang="en-US" sz="525" dirty="0"/>
          </a:p>
        </p:txBody>
      </p:sp>
      <p:sp>
        <p:nvSpPr>
          <p:cNvPr id="32" name="Text 30"/>
          <p:cNvSpPr/>
          <p:nvPr/>
        </p:nvSpPr>
        <p:spPr>
          <a:xfrm>
            <a:off x="247650" y="1352550"/>
            <a:ext cx="1028700" cy="42863"/>
          </a:xfrm>
          <a:prstGeom prst="rect">
            <a:avLst/>
          </a:prstGeom>
          <a:noFill/>
          <a:ln/>
        </p:spPr>
        <p:txBody>
          <a:bodyPr wrap="square" rtlCol="0" anchor="ctr"/>
          <a:lstStyle/>
          <a:p>
            <a:pPr algn="l"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Primary - light mode</a:t>
            </a:r>
            <a:endParaRPr lang="en-US" sz="525" dirty="0"/>
          </a:p>
        </p:txBody>
      </p:sp>
      <p:sp>
        <p:nvSpPr>
          <p:cNvPr id="33" name="Text 31"/>
          <p:cNvSpPr/>
          <p:nvPr/>
        </p:nvSpPr>
        <p:spPr>
          <a:xfrm>
            <a:off x="247650" y="1962150"/>
            <a:ext cx="928688" cy="57150"/>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Bg - light mode</a:t>
            </a:r>
            <a:endParaRPr lang="en-US" sz="525" dirty="0"/>
          </a:p>
        </p:txBody>
      </p:sp>
      <p:sp>
        <p:nvSpPr>
          <p:cNvPr id="34" name="Text 32"/>
          <p:cNvSpPr/>
          <p:nvPr/>
        </p:nvSpPr>
        <p:spPr>
          <a:xfrm>
            <a:off x="247650" y="2576513"/>
            <a:ext cx="1376363"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Secondary - color specific</a:t>
            </a:r>
            <a:endParaRPr lang="en-US" sz="525" dirty="0"/>
          </a:p>
        </p:txBody>
      </p:sp>
      <p:sp>
        <p:nvSpPr>
          <p:cNvPr id="35" name="Text 33"/>
          <p:cNvSpPr/>
          <p:nvPr/>
        </p:nvSpPr>
        <p:spPr>
          <a:xfrm>
            <a:off x="247650" y="3200400"/>
            <a:ext cx="1524000"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Text - dark</a:t>
            </a:r>
            <a:endParaRPr lang="en-US" sz="525" dirty="0"/>
          </a:p>
        </p:txBody>
      </p:sp>
      <p:sp>
        <p:nvSpPr>
          <p:cNvPr id="36" name="Text 34"/>
          <p:cNvSpPr/>
          <p:nvPr/>
        </p:nvSpPr>
        <p:spPr>
          <a:xfrm>
            <a:off x="3800475" y="3857625"/>
            <a:ext cx="5310188" cy="342900"/>
          </a:xfrm>
          <a:prstGeom prst="rect">
            <a:avLst/>
          </a:prstGeom>
          <a:noFill/>
          <a:ln/>
        </p:spPr>
        <p:txBody>
          <a:bodyPr wrap="square" rtlCol="0" anchor="ctr"/>
          <a:lstStyle/>
          <a:p>
            <a:pPr algn="l" marL="342900" indent="-342900">
              <a:lnSpc>
                <a:spcPts val="1114"/>
              </a:lnSpc>
              <a:buSzPct val="100000"/>
              <a:buChar char="•"/>
            </a:pPr>
            <a:r>
              <a:rPr lang="en-US" sz="675" dirty="0">
                <a:solidFill>
                  <a:srgbClr val="111111">
                    <a:alpha val="99000"/>
                  </a:srgbClr>
                </a:solidFill>
                <a:latin typeface="Inter" pitchFamily="34" charset="0"/>
                <a:ea typeface="Inter" pitchFamily="34" charset="-122"/>
                <a:cs typeface="Inter" pitchFamily="34" charset="-120"/>
              </a:rPr>
              <a:t>The color palette is designed to reflect the identity of Kalamna AI as a smart, modern, and culturally-rooted Egyptian AI chatbot.</a:t>
            </a:r>
            <a:endParaRPr lang="en-US" sz="675" dirty="0"/>
          </a:p>
          <a:p>
            <a:pPr algn="l" marL="342900" indent="-342900">
              <a:lnSpc>
                <a:spcPts val="1114"/>
              </a:lnSpc>
              <a:buSzPct val="100000"/>
              <a:buChar char="•"/>
            </a:pPr>
            <a:r>
              <a:rPr lang="en-US" sz="675" dirty="0">
                <a:solidFill>
                  <a:srgbClr val="111111">
                    <a:alpha val="99000"/>
                  </a:srgbClr>
                </a:solidFill>
                <a:latin typeface="Inter" pitchFamily="34" charset="0"/>
                <a:ea typeface="Inter" pitchFamily="34" charset="-122"/>
                <a:cs typeface="Inter" pitchFamily="34" charset="-120"/>
              </a:rPr>
              <a:t>It balances pharaonic-inspired tones with a clean, contemporary digital feel, ensuring clarity, accessibility, and trust across all interface elements.</a:t>
            </a:r>
            <a:endParaRPr lang="en-US" sz="675" dirty="0"/>
          </a:p>
        </p:txBody>
      </p:sp>
      <p:sp>
        <p:nvSpPr>
          <p:cNvPr id="37" name="Text 35"/>
          <p:cNvSpPr/>
          <p:nvPr/>
        </p:nvSpPr>
        <p:spPr>
          <a:xfrm>
            <a:off x="7877175" y="2147888"/>
            <a:ext cx="604838"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FAFAFA</a:t>
            </a:r>
            <a:endParaRPr lang="en-US" sz="375" dirty="0"/>
          </a:p>
        </p:txBody>
      </p:sp>
      <p:sp>
        <p:nvSpPr>
          <p:cNvPr id="38" name="Text 36"/>
          <p:cNvSpPr/>
          <p:nvPr/>
        </p:nvSpPr>
        <p:spPr>
          <a:xfrm>
            <a:off x="7715250" y="2147888"/>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39" name="Text 37"/>
          <p:cNvSpPr/>
          <p:nvPr/>
        </p:nvSpPr>
        <p:spPr>
          <a:xfrm>
            <a:off x="7877175" y="1528763"/>
            <a:ext cx="600075"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095398</a:t>
            </a:r>
            <a:endParaRPr lang="en-US" sz="375" dirty="0"/>
          </a:p>
        </p:txBody>
      </p:sp>
      <p:sp>
        <p:nvSpPr>
          <p:cNvPr id="40" name="Text 38"/>
          <p:cNvSpPr/>
          <p:nvPr/>
        </p:nvSpPr>
        <p:spPr>
          <a:xfrm>
            <a:off x="7715250" y="1528763"/>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1" name="Text 39"/>
          <p:cNvSpPr/>
          <p:nvPr/>
        </p:nvSpPr>
        <p:spPr>
          <a:xfrm>
            <a:off x="7877175" y="938213"/>
            <a:ext cx="609600"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06131D</a:t>
            </a:r>
            <a:endParaRPr lang="en-US" sz="375" dirty="0"/>
          </a:p>
        </p:txBody>
      </p:sp>
      <p:sp>
        <p:nvSpPr>
          <p:cNvPr id="42" name="Text 40"/>
          <p:cNvSpPr/>
          <p:nvPr/>
        </p:nvSpPr>
        <p:spPr>
          <a:xfrm>
            <a:off x="7715250" y="938213"/>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3" name="Text 41"/>
          <p:cNvSpPr/>
          <p:nvPr/>
        </p:nvSpPr>
        <p:spPr>
          <a:xfrm>
            <a:off x="7877175" y="280988"/>
            <a:ext cx="604838"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2C76FF</a:t>
            </a:r>
            <a:endParaRPr lang="en-US" sz="375" dirty="0"/>
          </a:p>
        </p:txBody>
      </p:sp>
      <p:sp>
        <p:nvSpPr>
          <p:cNvPr id="44" name="Text 42"/>
          <p:cNvSpPr/>
          <p:nvPr/>
        </p:nvSpPr>
        <p:spPr>
          <a:xfrm>
            <a:off x="7715250" y="280988"/>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5" name="Text 43"/>
          <p:cNvSpPr/>
          <p:nvPr/>
        </p:nvSpPr>
        <p:spPr>
          <a:xfrm>
            <a:off x="7877175" y="3376613"/>
            <a:ext cx="609600"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9ACEFF</a:t>
            </a:r>
            <a:endParaRPr lang="en-US" sz="375" dirty="0"/>
          </a:p>
        </p:txBody>
      </p:sp>
      <p:sp>
        <p:nvSpPr>
          <p:cNvPr id="46" name="Text 44"/>
          <p:cNvSpPr/>
          <p:nvPr/>
        </p:nvSpPr>
        <p:spPr>
          <a:xfrm>
            <a:off x="7715250" y="3376613"/>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7" name="Text 45"/>
          <p:cNvSpPr/>
          <p:nvPr/>
        </p:nvSpPr>
        <p:spPr>
          <a:xfrm>
            <a:off x="7877175" y="2762250"/>
            <a:ext cx="604838"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16F3EF</a:t>
            </a:r>
            <a:endParaRPr lang="en-US" sz="375" dirty="0"/>
          </a:p>
        </p:txBody>
      </p:sp>
      <p:sp>
        <p:nvSpPr>
          <p:cNvPr id="48" name="Text 46"/>
          <p:cNvSpPr/>
          <p:nvPr/>
        </p:nvSpPr>
        <p:spPr>
          <a:xfrm>
            <a:off x="7715250" y="2762250"/>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709988"/>
            <a:ext cx="8763000" cy="0"/>
          </a:xfrm>
          <a:prstGeom prst="line">
            <a:avLst/>
          </a:prstGeom>
          <a:noFill/>
          <a:ln w="12700">
            <a:solidFill>
              <a:srgbClr val="000000"/>
            </a:solidFill>
            <a:prstDash val="solid"/>
          </a:ln>
        </p:spPr>
      </p:sp>
      <p:sp>
        <p:nvSpPr>
          <p:cNvPr id="4" name="Shape 2"/>
          <p:cNvSpPr/>
          <p:nvPr/>
        </p:nvSpPr>
        <p:spPr>
          <a:xfrm rot="5400000">
            <a:off x="6188869" y="2574131"/>
            <a:ext cx="5148263" cy="0"/>
          </a:xfrm>
          <a:prstGeom prst="line">
            <a:avLst/>
          </a:prstGeom>
          <a:noFill/>
          <a:ln w="12700">
            <a:solidFill>
              <a:srgbClr val="A2A2A2"/>
            </a:solidFill>
            <a:prstDash val="solid"/>
          </a:ln>
        </p:spPr>
      </p:sp>
      <p:sp>
        <p:nvSpPr>
          <p:cNvPr id="5" name="Shape 3"/>
          <p:cNvSpPr/>
          <p:nvPr/>
        </p:nvSpPr>
        <p:spPr>
          <a:xfrm rot="-10800000">
            <a:off x="8763000" y="2509838"/>
            <a:ext cx="381000" cy="0"/>
          </a:xfrm>
          <a:prstGeom prst="line">
            <a:avLst/>
          </a:prstGeom>
          <a:noFill/>
          <a:ln w="12700">
            <a:solidFill>
              <a:srgbClr val="A2A2A2"/>
            </a:solidFill>
            <a:prstDash val="solid"/>
          </a:ln>
        </p:spPr>
      </p:sp>
      <p:sp>
        <p:nvSpPr>
          <p:cNvPr id="6" name="Shape 4"/>
          <p:cNvSpPr/>
          <p:nvPr/>
        </p:nvSpPr>
        <p:spPr>
          <a:xfrm>
            <a:off x="0" y="0"/>
            <a:ext cx="8763000" cy="614363"/>
          </a:xfrm>
          <a:prstGeom prst="rect">
            <a:avLst/>
          </a:prstGeom>
          <a:solidFill>
            <a:srgbClr val="00203C"/>
          </a:solidFill>
          <a:ln/>
        </p:spPr>
      </p:sp>
      <p:sp>
        <p:nvSpPr>
          <p:cNvPr id="7" name="Shape 5"/>
          <p:cNvSpPr/>
          <p:nvPr/>
        </p:nvSpPr>
        <p:spPr>
          <a:xfrm>
            <a:off x="0" y="614363"/>
            <a:ext cx="8763000" cy="623888"/>
          </a:xfrm>
          <a:prstGeom prst="rect">
            <a:avLst/>
          </a:prstGeom>
          <a:solidFill>
            <a:srgbClr val="CECECE"/>
          </a:solidFill>
          <a:ln/>
        </p:spPr>
      </p:sp>
      <p:sp>
        <p:nvSpPr>
          <p:cNvPr id="8" name="Shape 6"/>
          <p:cNvSpPr/>
          <p:nvPr/>
        </p:nvSpPr>
        <p:spPr>
          <a:xfrm>
            <a:off x="0" y="1238250"/>
            <a:ext cx="8763000" cy="614363"/>
          </a:xfrm>
          <a:prstGeom prst="rect">
            <a:avLst/>
          </a:prstGeom>
          <a:solidFill>
            <a:srgbClr val="192631"/>
          </a:solidFill>
          <a:ln/>
        </p:spPr>
      </p:sp>
      <p:sp>
        <p:nvSpPr>
          <p:cNvPr id="9" name="Shape 7"/>
          <p:cNvSpPr/>
          <p:nvPr/>
        </p:nvSpPr>
        <p:spPr>
          <a:xfrm>
            <a:off x="0" y="1852612"/>
            <a:ext cx="8763000" cy="619125"/>
          </a:xfrm>
          <a:prstGeom prst="rect">
            <a:avLst/>
          </a:prstGeom>
          <a:solidFill>
            <a:srgbClr val="9D9D9D"/>
          </a:solidFill>
          <a:ln/>
        </p:spPr>
      </p:sp>
      <p:sp>
        <p:nvSpPr>
          <p:cNvPr id="10" name="Shape 8"/>
          <p:cNvSpPr/>
          <p:nvPr/>
        </p:nvSpPr>
        <p:spPr>
          <a:xfrm>
            <a:off x="0" y="2471738"/>
            <a:ext cx="8763000" cy="623888"/>
          </a:xfrm>
          <a:prstGeom prst="rect">
            <a:avLst/>
          </a:prstGeom>
          <a:solidFill>
            <a:srgbClr val="3DA4FF"/>
          </a:solidFill>
          <a:ln/>
        </p:spPr>
      </p:sp>
      <p:sp>
        <p:nvSpPr>
          <p:cNvPr id="11" name="Shape 9"/>
          <p:cNvSpPr/>
          <p:nvPr/>
        </p:nvSpPr>
        <p:spPr>
          <a:xfrm>
            <a:off x="7715250" y="2762250"/>
            <a:ext cx="538163" cy="42863"/>
          </a:xfrm>
          <a:prstGeom prst="rect">
            <a:avLst/>
          </a:prstGeom>
          <a:noFill/>
          <a:ln/>
        </p:spPr>
      </p:sp>
      <p:sp>
        <p:nvSpPr>
          <p:cNvPr id="12" name="Shape 10"/>
          <p:cNvSpPr/>
          <p:nvPr/>
        </p:nvSpPr>
        <p:spPr>
          <a:xfrm>
            <a:off x="0" y="3095625"/>
            <a:ext cx="8763000" cy="614363"/>
          </a:xfrm>
          <a:prstGeom prst="rect">
            <a:avLst/>
          </a:prstGeom>
          <a:solidFill>
            <a:srgbClr val="4794DC"/>
          </a:solidFill>
          <a:ln/>
        </p:spPr>
      </p:sp>
      <p:sp>
        <p:nvSpPr>
          <p:cNvPr id="13" name="Shape 11"/>
          <p:cNvSpPr/>
          <p:nvPr/>
        </p:nvSpPr>
        <p:spPr>
          <a:xfrm>
            <a:off x="0" y="3690937"/>
            <a:ext cx="8763000" cy="614363"/>
          </a:xfrm>
          <a:prstGeom prst="rect">
            <a:avLst/>
          </a:prstGeom>
          <a:solidFill>
            <a:srgbClr val="FFFFFF"/>
          </a:solidFill>
          <a:ln w="12700">
            <a:solidFill>
              <a:srgbClr val="000000"/>
            </a:solidFill>
            <a:prstDash val="solid"/>
          </a:ln>
        </p:spPr>
      </p:sp>
      <p:sp>
        <p:nvSpPr>
          <p:cNvPr id="14" name="Shape 12"/>
          <p:cNvSpPr/>
          <p:nvPr/>
        </p:nvSpPr>
        <p:spPr>
          <a:xfrm>
            <a:off x="7715250" y="3376613"/>
            <a:ext cx="538163" cy="52388"/>
          </a:xfrm>
          <a:prstGeom prst="rect">
            <a:avLst/>
          </a:prstGeom>
          <a:noFill/>
          <a:ln/>
        </p:spPr>
      </p:sp>
      <p:sp>
        <p:nvSpPr>
          <p:cNvPr id="15" name="Shape 13"/>
          <p:cNvSpPr/>
          <p:nvPr/>
        </p:nvSpPr>
        <p:spPr>
          <a:xfrm>
            <a:off x="7715250" y="3971925"/>
            <a:ext cx="538163" cy="52388"/>
          </a:xfrm>
          <a:prstGeom prst="rect">
            <a:avLst/>
          </a:prstGeom>
          <a:noFill/>
          <a:ln/>
        </p:spPr>
      </p:sp>
      <p:sp>
        <p:nvSpPr>
          <p:cNvPr id="16" name="Shape 14"/>
          <p:cNvSpPr/>
          <p:nvPr/>
        </p:nvSpPr>
        <p:spPr>
          <a:xfrm>
            <a:off x="7715250" y="280988"/>
            <a:ext cx="552450" cy="52388"/>
          </a:xfrm>
          <a:prstGeom prst="rect">
            <a:avLst/>
          </a:prstGeom>
          <a:noFill/>
          <a:ln/>
        </p:spPr>
      </p:sp>
      <p:sp>
        <p:nvSpPr>
          <p:cNvPr id="17" name="Shape 15"/>
          <p:cNvSpPr/>
          <p:nvPr/>
        </p:nvSpPr>
        <p:spPr>
          <a:xfrm>
            <a:off x="7715250" y="938213"/>
            <a:ext cx="533400" cy="42863"/>
          </a:xfrm>
          <a:prstGeom prst="rect">
            <a:avLst/>
          </a:prstGeom>
          <a:noFill/>
          <a:ln/>
        </p:spPr>
      </p:sp>
      <p:sp>
        <p:nvSpPr>
          <p:cNvPr id="18" name="Shape 16"/>
          <p:cNvSpPr/>
          <p:nvPr/>
        </p:nvSpPr>
        <p:spPr>
          <a:xfrm>
            <a:off x="7715250" y="1528763"/>
            <a:ext cx="533400" cy="47625"/>
          </a:xfrm>
          <a:prstGeom prst="rect">
            <a:avLst/>
          </a:prstGeom>
          <a:noFill/>
          <a:ln/>
        </p:spPr>
      </p:sp>
      <p:sp>
        <p:nvSpPr>
          <p:cNvPr id="19" name="Shape 17"/>
          <p:cNvSpPr/>
          <p:nvPr/>
        </p:nvSpPr>
        <p:spPr>
          <a:xfrm>
            <a:off x="7715250" y="2147888"/>
            <a:ext cx="557213" cy="47625"/>
          </a:xfrm>
          <a:prstGeom prst="rect">
            <a:avLst/>
          </a:prstGeom>
          <a:noFill/>
          <a:ln/>
        </p:spPr>
      </p:sp>
      <p:sp>
        <p:nvSpPr>
          <p:cNvPr id="20" name="Shape 18"/>
          <p:cNvSpPr/>
          <p:nvPr/>
        </p:nvSpPr>
        <p:spPr>
          <a:xfrm rot="5400000">
            <a:off x="3400425" y="4557713"/>
            <a:ext cx="504825" cy="0"/>
          </a:xfrm>
          <a:prstGeom prst="line">
            <a:avLst/>
          </a:prstGeom>
          <a:noFill/>
          <a:ln w="12700">
            <a:solidFill>
              <a:srgbClr val="000000"/>
            </a:solidFill>
            <a:prstDash val="solid"/>
          </a:ln>
        </p:spPr>
      </p:sp>
      <p:sp>
        <p:nvSpPr>
          <p:cNvPr id="21" name="Text 19"/>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22" name="Text 20"/>
          <p:cNvSpPr/>
          <p:nvPr/>
        </p:nvSpPr>
        <p:spPr>
          <a:xfrm>
            <a:off x="381000" y="4386263"/>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Colors</a:t>
            </a:r>
            <a:endParaRPr lang="en-US" sz="1500" dirty="0"/>
          </a:p>
        </p:txBody>
      </p:sp>
      <p:sp>
        <p:nvSpPr>
          <p:cNvPr id="23" name="Text 21"/>
          <p:cNvSpPr/>
          <p:nvPr/>
        </p:nvSpPr>
        <p:spPr>
          <a:xfrm>
            <a:off x="3800475" y="4905375"/>
            <a:ext cx="704850"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Colors</a:t>
            </a:r>
            <a:endParaRPr lang="en-US" sz="669" dirty="0"/>
          </a:p>
        </p:txBody>
      </p:sp>
      <p:sp>
        <p:nvSpPr>
          <p:cNvPr id="24" name="Text 22"/>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08</a:t>
            </a:r>
            <a:endParaRPr lang="en-US" sz="669" dirty="0"/>
          </a:p>
        </p:txBody>
      </p:sp>
      <p:sp>
        <p:nvSpPr>
          <p:cNvPr id="25" name="Text 23"/>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26" name="Text 24"/>
          <p:cNvSpPr/>
          <p:nvPr/>
        </p:nvSpPr>
        <p:spPr>
          <a:xfrm>
            <a:off x="247650" y="128588"/>
            <a:ext cx="1038225" cy="61912"/>
          </a:xfrm>
          <a:prstGeom prst="rect">
            <a:avLst/>
          </a:prstGeom>
          <a:noFill/>
          <a:ln/>
        </p:spPr>
        <p:txBody>
          <a:bodyPr wrap="square" rtlCol="0" anchor="ctr"/>
          <a:lstStyle/>
          <a:p>
            <a:pPr algn="l"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Text - color specific</a:t>
            </a:r>
            <a:endParaRPr lang="en-US" sz="525" dirty="0"/>
          </a:p>
        </p:txBody>
      </p:sp>
      <p:sp>
        <p:nvSpPr>
          <p:cNvPr id="27" name="Text 25"/>
          <p:cNvSpPr/>
          <p:nvPr/>
        </p:nvSpPr>
        <p:spPr>
          <a:xfrm>
            <a:off x="6972300" y="276225"/>
            <a:ext cx="571500" cy="61912"/>
          </a:xfrm>
          <a:prstGeom prst="rect">
            <a:avLst/>
          </a:prstGeom>
          <a:noFill/>
          <a:ln/>
        </p:spPr>
        <p:txBody>
          <a:bodyPr wrap="square" rtlCol="0" anchor="ctr"/>
          <a:lstStyle/>
          <a:p>
            <a:pPr algn="r"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01</a:t>
            </a:r>
            <a:endParaRPr lang="en-US" sz="525" dirty="0"/>
          </a:p>
        </p:txBody>
      </p:sp>
      <p:sp>
        <p:nvSpPr>
          <p:cNvPr id="28" name="Text 26"/>
          <p:cNvSpPr/>
          <p:nvPr/>
        </p:nvSpPr>
        <p:spPr>
          <a:xfrm>
            <a:off x="6972300" y="933450"/>
            <a:ext cx="571500" cy="57150"/>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02</a:t>
            </a:r>
            <a:endParaRPr lang="en-US" sz="525" dirty="0"/>
          </a:p>
        </p:txBody>
      </p:sp>
      <p:sp>
        <p:nvSpPr>
          <p:cNvPr id="29" name="Text 27"/>
          <p:cNvSpPr/>
          <p:nvPr/>
        </p:nvSpPr>
        <p:spPr>
          <a:xfrm>
            <a:off x="6972300" y="1514475"/>
            <a:ext cx="571500" cy="61912"/>
          </a:xfrm>
          <a:prstGeom prst="rect">
            <a:avLst/>
          </a:prstGeom>
          <a:noFill/>
          <a:ln/>
        </p:spPr>
        <p:txBody>
          <a:bodyPr wrap="square" rtlCol="0" anchor="ctr"/>
          <a:lstStyle/>
          <a:p>
            <a:pPr algn="r"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03</a:t>
            </a:r>
            <a:endParaRPr lang="en-US" sz="525" dirty="0"/>
          </a:p>
        </p:txBody>
      </p:sp>
      <p:sp>
        <p:nvSpPr>
          <p:cNvPr id="30" name="Text 28"/>
          <p:cNvSpPr/>
          <p:nvPr/>
        </p:nvSpPr>
        <p:spPr>
          <a:xfrm>
            <a:off x="6972300" y="2133600"/>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04</a:t>
            </a:r>
            <a:endParaRPr lang="en-US" sz="525" dirty="0"/>
          </a:p>
        </p:txBody>
      </p:sp>
      <p:sp>
        <p:nvSpPr>
          <p:cNvPr id="31" name="Text 29"/>
          <p:cNvSpPr/>
          <p:nvPr/>
        </p:nvSpPr>
        <p:spPr>
          <a:xfrm>
            <a:off x="6972300" y="2752725"/>
            <a:ext cx="571500" cy="57150"/>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05</a:t>
            </a:r>
            <a:endParaRPr lang="en-US" sz="525" dirty="0"/>
          </a:p>
        </p:txBody>
      </p:sp>
      <p:sp>
        <p:nvSpPr>
          <p:cNvPr id="32" name="Text 30"/>
          <p:cNvSpPr/>
          <p:nvPr/>
        </p:nvSpPr>
        <p:spPr>
          <a:xfrm>
            <a:off x="6972300" y="3371850"/>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06</a:t>
            </a:r>
            <a:endParaRPr lang="en-US" sz="525" dirty="0"/>
          </a:p>
        </p:txBody>
      </p:sp>
      <p:sp>
        <p:nvSpPr>
          <p:cNvPr id="33" name="Text 31"/>
          <p:cNvSpPr/>
          <p:nvPr/>
        </p:nvSpPr>
        <p:spPr>
          <a:xfrm>
            <a:off x="6972300" y="3967163"/>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06</a:t>
            </a:r>
            <a:endParaRPr lang="en-US" sz="525" dirty="0"/>
          </a:p>
        </p:txBody>
      </p:sp>
      <p:sp>
        <p:nvSpPr>
          <p:cNvPr id="34" name="Text 32"/>
          <p:cNvSpPr/>
          <p:nvPr/>
        </p:nvSpPr>
        <p:spPr>
          <a:xfrm>
            <a:off x="247650" y="747713"/>
            <a:ext cx="795338"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Text - dark</a:t>
            </a:r>
            <a:endParaRPr lang="en-US" sz="525" dirty="0"/>
          </a:p>
        </p:txBody>
      </p:sp>
      <p:sp>
        <p:nvSpPr>
          <p:cNvPr id="35" name="Text 33"/>
          <p:cNvSpPr/>
          <p:nvPr/>
        </p:nvSpPr>
        <p:spPr>
          <a:xfrm>
            <a:off x="247650" y="1352550"/>
            <a:ext cx="590550" cy="42863"/>
          </a:xfrm>
          <a:prstGeom prst="rect">
            <a:avLst/>
          </a:prstGeom>
          <a:noFill/>
          <a:ln/>
        </p:spPr>
        <p:txBody>
          <a:bodyPr wrap="square" rtlCol="0" anchor="ctr"/>
          <a:lstStyle/>
          <a:p>
            <a:pPr algn="l"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Dark</a:t>
            </a:r>
            <a:endParaRPr lang="en-US" sz="525" dirty="0"/>
          </a:p>
        </p:txBody>
      </p:sp>
      <p:sp>
        <p:nvSpPr>
          <p:cNvPr id="36" name="Text 34"/>
          <p:cNvSpPr/>
          <p:nvPr/>
        </p:nvSpPr>
        <p:spPr>
          <a:xfrm>
            <a:off x="247650" y="1962150"/>
            <a:ext cx="928688" cy="57150"/>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Text - light</a:t>
            </a:r>
            <a:endParaRPr lang="en-US" sz="525" dirty="0"/>
          </a:p>
        </p:txBody>
      </p:sp>
      <p:sp>
        <p:nvSpPr>
          <p:cNvPr id="37" name="Text 35"/>
          <p:cNvSpPr/>
          <p:nvPr/>
        </p:nvSpPr>
        <p:spPr>
          <a:xfrm>
            <a:off x="247650" y="2576513"/>
            <a:ext cx="1376363"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Light</a:t>
            </a:r>
            <a:endParaRPr lang="en-US" sz="525" dirty="0"/>
          </a:p>
        </p:txBody>
      </p:sp>
      <p:sp>
        <p:nvSpPr>
          <p:cNvPr id="38" name="Text 36"/>
          <p:cNvSpPr/>
          <p:nvPr/>
        </p:nvSpPr>
        <p:spPr>
          <a:xfrm>
            <a:off x="247650" y="3200400"/>
            <a:ext cx="1524000"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Light</a:t>
            </a:r>
            <a:endParaRPr lang="en-US" sz="525" dirty="0"/>
          </a:p>
        </p:txBody>
      </p:sp>
      <p:sp>
        <p:nvSpPr>
          <p:cNvPr id="39" name="Text 37"/>
          <p:cNvSpPr/>
          <p:nvPr/>
        </p:nvSpPr>
        <p:spPr>
          <a:xfrm>
            <a:off x="247650" y="3795713"/>
            <a:ext cx="1524000"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Text - dark</a:t>
            </a:r>
            <a:endParaRPr lang="en-US" sz="525" dirty="0"/>
          </a:p>
        </p:txBody>
      </p:sp>
      <p:sp>
        <p:nvSpPr>
          <p:cNvPr id="40" name="Text 38"/>
          <p:cNvSpPr/>
          <p:nvPr/>
        </p:nvSpPr>
        <p:spPr>
          <a:xfrm>
            <a:off x="7877175" y="2147888"/>
            <a:ext cx="619125"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9D9D9D</a:t>
            </a:r>
            <a:endParaRPr lang="en-US" sz="375" dirty="0"/>
          </a:p>
        </p:txBody>
      </p:sp>
      <p:sp>
        <p:nvSpPr>
          <p:cNvPr id="41" name="Text 39"/>
          <p:cNvSpPr/>
          <p:nvPr/>
        </p:nvSpPr>
        <p:spPr>
          <a:xfrm>
            <a:off x="7715250" y="2147888"/>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2" name="Text 40"/>
          <p:cNvSpPr/>
          <p:nvPr/>
        </p:nvSpPr>
        <p:spPr>
          <a:xfrm>
            <a:off x="7877175" y="1528763"/>
            <a:ext cx="600075"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192631</a:t>
            </a:r>
            <a:endParaRPr lang="en-US" sz="375" dirty="0"/>
          </a:p>
        </p:txBody>
      </p:sp>
      <p:sp>
        <p:nvSpPr>
          <p:cNvPr id="43" name="Text 41"/>
          <p:cNvSpPr/>
          <p:nvPr/>
        </p:nvSpPr>
        <p:spPr>
          <a:xfrm>
            <a:off x="7715250" y="1528763"/>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4" name="Text 42"/>
          <p:cNvSpPr/>
          <p:nvPr/>
        </p:nvSpPr>
        <p:spPr>
          <a:xfrm>
            <a:off x="7877175" y="938213"/>
            <a:ext cx="6143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CECECE</a:t>
            </a:r>
            <a:endParaRPr lang="en-US" sz="375" dirty="0"/>
          </a:p>
        </p:txBody>
      </p:sp>
      <p:sp>
        <p:nvSpPr>
          <p:cNvPr id="45" name="Text 43"/>
          <p:cNvSpPr/>
          <p:nvPr/>
        </p:nvSpPr>
        <p:spPr>
          <a:xfrm>
            <a:off x="7715250" y="938213"/>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6" name="Text 44"/>
          <p:cNvSpPr/>
          <p:nvPr/>
        </p:nvSpPr>
        <p:spPr>
          <a:xfrm>
            <a:off x="7877175" y="280988"/>
            <a:ext cx="604838"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00203C</a:t>
            </a:r>
            <a:endParaRPr lang="en-US" sz="375" dirty="0"/>
          </a:p>
        </p:txBody>
      </p:sp>
      <p:sp>
        <p:nvSpPr>
          <p:cNvPr id="47" name="Text 45"/>
          <p:cNvSpPr/>
          <p:nvPr/>
        </p:nvSpPr>
        <p:spPr>
          <a:xfrm>
            <a:off x="7715250" y="280988"/>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48" name="Text 46"/>
          <p:cNvSpPr/>
          <p:nvPr/>
        </p:nvSpPr>
        <p:spPr>
          <a:xfrm>
            <a:off x="7877175" y="3971925"/>
            <a:ext cx="600075"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FFFFFF</a:t>
            </a:r>
            <a:endParaRPr lang="en-US" sz="375" dirty="0"/>
          </a:p>
        </p:txBody>
      </p:sp>
      <p:sp>
        <p:nvSpPr>
          <p:cNvPr id="49" name="Text 47"/>
          <p:cNvSpPr/>
          <p:nvPr/>
        </p:nvSpPr>
        <p:spPr>
          <a:xfrm>
            <a:off x="7715250" y="3971925"/>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50" name="Text 48"/>
          <p:cNvSpPr/>
          <p:nvPr/>
        </p:nvSpPr>
        <p:spPr>
          <a:xfrm>
            <a:off x="7877175" y="3376613"/>
            <a:ext cx="609600"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4794DC</a:t>
            </a:r>
            <a:endParaRPr lang="en-US" sz="375" dirty="0"/>
          </a:p>
        </p:txBody>
      </p:sp>
      <p:sp>
        <p:nvSpPr>
          <p:cNvPr id="51" name="Text 49"/>
          <p:cNvSpPr/>
          <p:nvPr/>
        </p:nvSpPr>
        <p:spPr>
          <a:xfrm>
            <a:off x="7715250" y="3376613"/>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52" name="Text 50"/>
          <p:cNvSpPr/>
          <p:nvPr/>
        </p:nvSpPr>
        <p:spPr>
          <a:xfrm>
            <a:off x="7877175" y="2762250"/>
            <a:ext cx="609600"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3DA4FF</a:t>
            </a:r>
            <a:endParaRPr lang="en-US" sz="375" dirty="0"/>
          </a:p>
        </p:txBody>
      </p:sp>
      <p:sp>
        <p:nvSpPr>
          <p:cNvPr id="53" name="Text 51"/>
          <p:cNvSpPr/>
          <p:nvPr/>
        </p:nvSpPr>
        <p:spPr>
          <a:xfrm>
            <a:off x="7715250" y="2762250"/>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5400000">
            <a:off x="6188869" y="2574131"/>
            <a:ext cx="5148263" cy="0"/>
          </a:xfrm>
          <a:prstGeom prst="line">
            <a:avLst/>
          </a:prstGeom>
          <a:noFill/>
          <a:ln w="12700">
            <a:solidFill>
              <a:srgbClr val="A2A2A2"/>
            </a:solidFill>
            <a:prstDash val="solid"/>
          </a:ln>
        </p:spPr>
      </p:sp>
      <p:sp>
        <p:nvSpPr>
          <p:cNvPr id="4" name="Shape 2"/>
          <p:cNvSpPr/>
          <p:nvPr/>
        </p:nvSpPr>
        <p:spPr>
          <a:xfrm rot="-10800000">
            <a:off x="8763000" y="2509838"/>
            <a:ext cx="381000" cy="0"/>
          </a:xfrm>
          <a:prstGeom prst="line">
            <a:avLst/>
          </a:prstGeom>
          <a:noFill/>
          <a:ln w="12700">
            <a:solidFill>
              <a:srgbClr val="A2A2A2"/>
            </a:solidFill>
            <a:prstDash val="solid"/>
          </a:ln>
        </p:spPr>
      </p:sp>
      <p:sp>
        <p:nvSpPr>
          <p:cNvPr id="5" name="Shape 3"/>
          <p:cNvSpPr/>
          <p:nvPr/>
        </p:nvSpPr>
        <p:spPr>
          <a:xfrm>
            <a:off x="0" y="0"/>
            <a:ext cx="8763000" cy="614363"/>
          </a:xfrm>
          <a:prstGeom prst="rect">
            <a:avLst/>
          </a:prstGeom>
          <a:solidFill>
            <a:srgbClr val="22C55E"/>
          </a:solidFill>
          <a:ln/>
        </p:spPr>
      </p:sp>
      <p:sp>
        <p:nvSpPr>
          <p:cNvPr id="6" name="Shape 4"/>
          <p:cNvSpPr/>
          <p:nvPr/>
        </p:nvSpPr>
        <p:spPr>
          <a:xfrm>
            <a:off x="0" y="614363"/>
            <a:ext cx="8763000" cy="623888"/>
          </a:xfrm>
          <a:prstGeom prst="rect">
            <a:avLst/>
          </a:prstGeom>
          <a:solidFill>
            <a:srgbClr val="EF4444"/>
          </a:solidFill>
          <a:ln/>
        </p:spPr>
      </p:sp>
      <p:sp>
        <p:nvSpPr>
          <p:cNvPr id="7" name="Shape 5"/>
          <p:cNvSpPr/>
          <p:nvPr/>
        </p:nvSpPr>
        <p:spPr>
          <a:xfrm>
            <a:off x="0" y="1238250"/>
            <a:ext cx="8763000" cy="614363"/>
          </a:xfrm>
          <a:prstGeom prst="rect">
            <a:avLst/>
          </a:prstGeom>
          <a:solidFill>
            <a:srgbClr val="FACC15"/>
          </a:solidFill>
          <a:ln/>
        </p:spPr>
      </p:sp>
      <p:sp>
        <p:nvSpPr>
          <p:cNvPr id="8" name="Shape 6"/>
          <p:cNvSpPr/>
          <p:nvPr/>
        </p:nvSpPr>
        <p:spPr>
          <a:xfrm>
            <a:off x="0" y="1852612"/>
            <a:ext cx="8763000" cy="619125"/>
          </a:xfrm>
          <a:prstGeom prst="rect">
            <a:avLst/>
          </a:prstGeom>
          <a:solidFill>
            <a:srgbClr val="B0B0B0"/>
          </a:solidFill>
          <a:ln/>
        </p:spPr>
      </p:sp>
      <p:sp>
        <p:nvSpPr>
          <p:cNvPr id="9" name="Shape 7"/>
          <p:cNvSpPr/>
          <p:nvPr/>
        </p:nvSpPr>
        <p:spPr>
          <a:xfrm>
            <a:off x="7715250" y="280988"/>
            <a:ext cx="552450" cy="52388"/>
          </a:xfrm>
          <a:prstGeom prst="rect">
            <a:avLst/>
          </a:prstGeom>
          <a:noFill/>
          <a:ln/>
        </p:spPr>
      </p:sp>
      <p:sp>
        <p:nvSpPr>
          <p:cNvPr id="10" name="Shape 8"/>
          <p:cNvSpPr/>
          <p:nvPr/>
        </p:nvSpPr>
        <p:spPr>
          <a:xfrm>
            <a:off x="7715250" y="938213"/>
            <a:ext cx="533400" cy="42863"/>
          </a:xfrm>
          <a:prstGeom prst="rect">
            <a:avLst/>
          </a:prstGeom>
          <a:noFill/>
          <a:ln/>
        </p:spPr>
      </p:sp>
      <p:sp>
        <p:nvSpPr>
          <p:cNvPr id="11" name="Shape 9"/>
          <p:cNvSpPr/>
          <p:nvPr/>
        </p:nvSpPr>
        <p:spPr>
          <a:xfrm>
            <a:off x="7715250" y="1528763"/>
            <a:ext cx="533400" cy="47625"/>
          </a:xfrm>
          <a:prstGeom prst="rect">
            <a:avLst/>
          </a:prstGeom>
          <a:noFill/>
          <a:ln/>
        </p:spPr>
      </p:sp>
      <p:sp>
        <p:nvSpPr>
          <p:cNvPr id="12" name="Shape 10"/>
          <p:cNvSpPr/>
          <p:nvPr/>
        </p:nvSpPr>
        <p:spPr>
          <a:xfrm>
            <a:off x="7715250" y="2147888"/>
            <a:ext cx="557213" cy="47625"/>
          </a:xfrm>
          <a:prstGeom prst="rect">
            <a:avLst/>
          </a:prstGeom>
          <a:noFill/>
          <a:ln/>
        </p:spPr>
      </p:sp>
      <p:sp>
        <p:nvSpPr>
          <p:cNvPr id="13" name="Shape 11"/>
          <p:cNvSpPr/>
          <p:nvPr/>
        </p:nvSpPr>
        <p:spPr>
          <a:xfrm rot="5400000">
            <a:off x="2483644" y="3640931"/>
            <a:ext cx="2338388" cy="0"/>
          </a:xfrm>
          <a:prstGeom prst="line">
            <a:avLst/>
          </a:prstGeom>
          <a:noFill/>
          <a:ln w="12700">
            <a:solidFill>
              <a:srgbClr val="000000"/>
            </a:solidFill>
            <a:prstDash val="solid"/>
          </a:ln>
        </p:spPr>
      </p:sp>
      <p:pic>
        <p:nvPicPr>
          <p:cNvPr id="14" name="Image 0" descr="preencoded.png">    </p:cNvPr>
          <p:cNvPicPr>
            <a:picLocks noChangeAspect="1"/>
          </p:cNvPicPr>
          <p:nvPr/>
        </p:nvPicPr>
        <p:blipFill>
          <a:blip r:embed="rId1"/>
          <a:stretch>
            <a:fillRect/>
          </a:stretch>
        </p:blipFill>
        <p:spPr>
          <a:xfrm>
            <a:off x="7715250" y="2762250"/>
            <a:ext cx="538163" cy="42863"/>
          </a:xfrm>
          <a:prstGeom prst="rect">
            <a:avLst/>
          </a:prstGeom>
        </p:spPr>
      </p:pic>
      <p:pic>
        <p:nvPicPr>
          <p:cNvPr id="15" name="Image 1" descr="preencoded.png">    </p:cNvPr>
          <p:cNvPicPr>
            <a:picLocks noChangeAspect="1"/>
          </p:cNvPicPr>
          <p:nvPr/>
        </p:nvPicPr>
        <p:blipFill>
          <a:blip r:embed="rId2"/>
          <a:stretch>
            <a:fillRect/>
          </a:stretch>
        </p:blipFill>
        <p:spPr>
          <a:xfrm>
            <a:off x="7715250" y="3376613"/>
            <a:ext cx="538163" cy="52388"/>
          </a:xfrm>
          <a:prstGeom prst="rect">
            <a:avLst/>
          </a:prstGeom>
        </p:spPr>
      </p:pic>
      <p:pic>
        <p:nvPicPr>
          <p:cNvPr id="16" name="Image 2" descr="preencoded.png">    </p:cNvPr>
          <p:cNvPicPr>
            <a:picLocks noChangeAspect="1"/>
          </p:cNvPicPr>
          <p:nvPr/>
        </p:nvPicPr>
        <p:blipFill>
          <a:blip r:embed="rId3"/>
          <a:stretch>
            <a:fillRect/>
          </a:stretch>
        </p:blipFill>
        <p:spPr>
          <a:xfrm>
            <a:off x="7715250" y="3971925"/>
            <a:ext cx="538163" cy="52388"/>
          </a:xfrm>
          <a:prstGeom prst="rect">
            <a:avLst/>
          </a:prstGeom>
        </p:spPr>
      </p:pic>
      <p:sp>
        <p:nvSpPr>
          <p:cNvPr id="17" name="Text 12"/>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18" name="Text 13"/>
          <p:cNvSpPr/>
          <p:nvPr/>
        </p:nvSpPr>
        <p:spPr>
          <a:xfrm>
            <a:off x="381000" y="2633663"/>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Status colors</a:t>
            </a:r>
            <a:endParaRPr lang="en-US" sz="1500" dirty="0"/>
          </a:p>
        </p:txBody>
      </p:sp>
      <p:sp>
        <p:nvSpPr>
          <p:cNvPr id="19" name="Text 14"/>
          <p:cNvSpPr/>
          <p:nvPr/>
        </p:nvSpPr>
        <p:spPr>
          <a:xfrm>
            <a:off x="3800475" y="4905375"/>
            <a:ext cx="704850"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Colors</a:t>
            </a:r>
            <a:endParaRPr lang="en-US" sz="669" dirty="0"/>
          </a:p>
        </p:txBody>
      </p:sp>
      <p:sp>
        <p:nvSpPr>
          <p:cNvPr id="20" name="Text 15"/>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09</a:t>
            </a:r>
            <a:endParaRPr lang="en-US" sz="669" dirty="0"/>
          </a:p>
        </p:txBody>
      </p:sp>
      <p:sp>
        <p:nvSpPr>
          <p:cNvPr id="21" name="Text 16"/>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22" name="Text 17"/>
          <p:cNvSpPr/>
          <p:nvPr/>
        </p:nvSpPr>
        <p:spPr>
          <a:xfrm>
            <a:off x="247650" y="128588"/>
            <a:ext cx="1038225"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Success</a:t>
            </a:r>
            <a:endParaRPr lang="en-US" sz="525" dirty="0"/>
          </a:p>
        </p:txBody>
      </p:sp>
      <p:sp>
        <p:nvSpPr>
          <p:cNvPr id="23" name="Text 18"/>
          <p:cNvSpPr/>
          <p:nvPr/>
        </p:nvSpPr>
        <p:spPr>
          <a:xfrm>
            <a:off x="6972300" y="276225"/>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01</a:t>
            </a:r>
            <a:endParaRPr lang="en-US" sz="525" dirty="0"/>
          </a:p>
        </p:txBody>
      </p:sp>
      <p:sp>
        <p:nvSpPr>
          <p:cNvPr id="24" name="Text 19"/>
          <p:cNvSpPr/>
          <p:nvPr/>
        </p:nvSpPr>
        <p:spPr>
          <a:xfrm>
            <a:off x="6972300" y="933450"/>
            <a:ext cx="571500" cy="57150"/>
          </a:xfrm>
          <a:prstGeom prst="rect">
            <a:avLst/>
          </a:prstGeom>
          <a:noFill/>
          <a:ln/>
        </p:spPr>
        <p:txBody>
          <a:bodyPr wrap="square" rtlCol="0" anchor="ctr"/>
          <a:lstStyle/>
          <a:p>
            <a:pPr algn="r"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02</a:t>
            </a:r>
            <a:endParaRPr lang="en-US" sz="525" dirty="0"/>
          </a:p>
        </p:txBody>
      </p:sp>
      <p:sp>
        <p:nvSpPr>
          <p:cNvPr id="25" name="Text 20"/>
          <p:cNvSpPr/>
          <p:nvPr/>
        </p:nvSpPr>
        <p:spPr>
          <a:xfrm>
            <a:off x="6972300" y="1514475"/>
            <a:ext cx="571500" cy="61912"/>
          </a:xfrm>
          <a:prstGeom prst="rect">
            <a:avLst/>
          </a:prstGeom>
          <a:noFill/>
          <a:ln/>
        </p:spPr>
        <p:txBody>
          <a:bodyPr wrap="square" rtlCol="0" anchor="ctr"/>
          <a:lstStyle/>
          <a:p>
            <a:pPr algn="r"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03</a:t>
            </a:r>
            <a:endParaRPr lang="en-US" sz="525" dirty="0"/>
          </a:p>
        </p:txBody>
      </p:sp>
      <p:sp>
        <p:nvSpPr>
          <p:cNvPr id="26" name="Text 21"/>
          <p:cNvSpPr/>
          <p:nvPr/>
        </p:nvSpPr>
        <p:spPr>
          <a:xfrm>
            <a:off x="6972300" y="2133600"/>
            <a:ext cx="571500" cy="61912"/>
          </a:xfrm>
          <a:prstGeom prst="rect">
            <a:avLst/>
          </a:prstGeom>
          <a:noFill/>
          <a:ln/>
        </p:spPr>
        <p:txBody>
          <a:bodyPr wrap="square" rtlCol="0" anchor="ctr"/>
          <a:lstStyle/>
          <a:p>
            <a:pPr algn="r"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04</a:t>
            </a:r>
            <a:endParaRPr lang="en-US" sz="525" dirty="0"/>
          </a:p>
        </p:txBody>
      </p:sp>
      <p:sp>
        <p:nvSpPr>
          <p:cNvPr id="27" name="Text 22"/>
          <p:cNvSpPr/>
          <p:nvPr/>
        </p:nvSpPr>
        <p:spPr>
          <a:xfrm>
            <a:off x="247650" y="747713"/>
            <a:ext cx="795338" cy="61912"/>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Erorr</a:t>
            </a:r>
            <a:endParaRPr lang="en-US" sz="525" dirty="0"/>
          </a:p>
        </p:txBody>
      </p:sp>
      <p:sp>
        <p:nvSpPr>
          <p:cNvPr id="28" name="Text 23"/>
          <p:cNvSpPr/>
          <p:nvPr/>
        </p:nvSpPr>
        <p:spPr>
          <a:xfrm>
            <a:off x="247650" y="1352550"/>
            <a:ext cx="690562" cy="42863"/>
          </a:xfrm>
          <a:prstGeom prst="rect">
            <a:avLst/>
          </a:prstGeom>
          <a:noFill/>
          <a:ln/>
        </p:spPr>
        <p:txBody>
          <a:bodyPr wrap="square" rtlCol="0" anchor="ctr"/>
          <a:lstStyle/>
          <a:p>
            <a:pPr algn="l" indent="0" marL="0">
              <a:lnSpc>
                <a:spcPts val="3750"/>
              </a:lnSpc>
              <a:buNone/>
            </a:pPr>
            <a:r>
              <a:rPr lang="en-US" sz="525" dirty="0">
                <a:solidFill>
                  <a:srgbClr val="FFFFFF">
                    <a:alpha val="99000"/>
                  </a:srgbClr>
                </a:solidFill>
                <a:latin typeface="Source Sans Pro" pitchFamily="34" charset="0"/>
                <a:ea typeface="Source Sans Pro" pitchFamily="34" charset="-122"/>
                <a:cs typeface="Source Sans Pro" pitchFamily="34" charset="-120"/>
              </a:rPr>
              <a:t>Warning</a:t>
            </a:r>
            <a:endParaRPr lang="en-US" sz="525" dirty="0"/>
          </a:p>
        </p:txBody>
      </p:sp>
      <p:sp>
        <p:nvSpPr>
          <p:cNvPr id="29" name="Text 24"/>
          <p:cNvSpPr/>
          <p:nvPr/>
        </p:nvSpPr>
        <p:spPr>
          <a:xfrm>
            <a:off x="247650" y="1962150"/>
            <a:ext cx="928688" cy="57150"/>
          </a:xfrm>
          <a:prstGeom prst="rect">
            <a:avLst/>
          </a:prstGeom>
          <a:noFill/>
          <a:ln/>
        </p:spPr>
        <p:txBody>
          <a:bodyPr wrap="square" rtlCol="0" anchor="ctr"/>
          <a:lstStyle/>
          <a:p>
            <a:pPr algn="l" indent="0" marL="0">
              <a:lnSpc>
                <a:spcPts val="3750"/>
              </a:lnSpc>
              <a:buNone/>
            </a:pPr>
            <a:r>
              <a:rPr lang="en-US" sz="525" dirty="0">
                <a:solidFill>
                  <a:srgbClr val="000000">
                    <a:alpha val="99000"/>
                  </a:srgbClr>
                </a:solidFill>
                <a:latin typeface="Source Sans Pro" pitchFamily="34" charset="0"/>
                <a:ea typeface="Source Sans Pro" pitchFamily="34" charset="-122"/>
                <a:cs typeface="Source Sans Pro" pitchFamily="34" charset="-120"/>
              </a:rPr>
              <a:t>Disabled</a:t>
            </a:r>
            <a:endParaRPr lang="en-US" sz="525" dirty="0"/>
          </a:p>
        </p:txBody>
      </p:sp>
      <p:sp>
        <p:nvSpPr>
          <p:cNvPr id="30" name="Text 25"/>
          <p:cNvSpPr/>
          <p:nvPr/>
        </p:nvSpPr>
        <p:spPr>
          <a:xfrm>
            <a:off x="3800475" y="2605088"/>
            <a:ext cx="4781550" cy="342900"/>
          </a:xfrm>
          <a:prstGeom prst="rect">
            <a:avLst/>
          </a:prstGeom>
          <a:noFill/>
          <a:ln/>
        </p:spPr>
        <p:txBody>
          <a:bodyPr wrap="square" rtlCol="0" anchor="ctr"/>
          <a:lstStyle/>
          <a:p>
            <a:pPr algn="l" marL="342900" indent="-342900">
              <a:lnSpc>
                <a:spcPts val="999"/>
              </a:lnSpc>
              <a:buSzPct val="100000"/>
              <a:buChar char="•"/>
            </a:pPr>
            <a:r>
              <a:rPr lang="en-US" sz="675" dirty="0">
                <a:solidFill>
                  <a:srgbClr val="111111">
                    <a:alpha val="99000"/>
                  </a:srgbClr>
                </a:solidFill>
                <a:latin typeface="Inter" pitchFamily="34" charset="0"/>
                <a:ea typeface="Inter" pitchFamily="34" charset="-122"/>
                <a:cs typeface="Inter" pitchFamily="34" charset="-120"/>
              </a:rPr>
              <a:t>Status colors help users quickly recognize the state of a process or system action. They ensure clarity, accessibility, and consistent communication across the interface.</a:t>
            </a:r>
            <a:endParaRPr lang="en-US" sz="675" dirty="0"/>
          </a:p>
        </p:txBody>
      </p:sp>
      <p:sp>
        <p:nvSpPr>
          <p:cNvPr id="31" name="Text 26"/>
          <p:cNvSpPr/>
          <p:nvPr/>
        </p:nvSpPr>
        <p:spPr>
          <a:xfrm>
            <a:off x="7877175" y="2147888"/>
            <a:ext cx="604838"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16F3EF</a:t>
            </a:r>
            <a:endParaRPr lang="en-US" sz="375" dirty="0"/>
          </a:p>
        </p:txBody>
      </p:sp>
      <p:sp>
        <p:nvSpPr>
          <p:cNvPr id="32" name="Text 27"/>
          <p:cNvSpPr/>
          <p:nvPr/>
        </p:nvSpPr>
        <p:spPr>
          <a:xfrm>
            <a:off x="7715250" y="2147888"/>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33" name="Text 28"/>
          <p:cNvSpPr/>
          <p:nvPr/>
        </p:nvSpPr>
        <p:spPr>
          <a:xfrm>
            <a:off x="7877175" y="1528763"/>
            <a:ext cx="600075"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192631</a:t>
            </a:r>
            <a:endParaRPr lang="en-US" sz="375" dirty="0"/>
          </a:p>
        </p:txBody>
      </p:sp>
      <p:sp>
        <p:nvSpPr>
          <p:cNvPr id="34" name="Text 29"/>
          <p:cNvSpPr/>
          <p:nvPr/>
        </p:nvSpPr>
        <p:spPr>
          <a:xfrm>
            <a:off x="7715250" y="1528763"/>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35" name="Text 30"/>
          <p:cNvSpPr/>
          <p:nvPr/>
        </p:nvSpPr>
        <p:spPr>
          <a:xfrm>
            <a:off x="7877175" y="938213"/>
            <a:ext cx="6143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CECECE</a:t>
            </a:r>
            <a:endParaRPr lang="en-US" sz="375" dirty="0"/>
          </a:p>
        </p:txBody>
      </p:sp>
      <p:sp>
        <p:nvSpPr>
          <p:cNvPr id="36" name="Text 31"/>
          <p:cNvSpPr/>
          <p:nvPr/>
        </p:nvSpPr>
        <p:spPr>
          <a:xfrm>
            <a:off x="7715250" y="938213"/>
            <a:ext cx="538163" cy="33338"/>
          </a:xfrm>
          <a:prstGeom prst="rect">
            <a:avLst/>
          </a:prstGeom>
          <a:noFill/>
          <a:ln/>
        </p:spPr>
        <p:txBody>
          <a:bodyPr wrap="square" rtlCol="0" anchor="ctr"/>
          <a:lstStyle/>
          <a:p>
            <a:pPr algn="l" indent="0" marL="0">
              <a:lnSpc>
                <a:spcPts val="3750"/>
              </a:lnSpc>
              <a:buNone/>
            </a:pPr>
            <a:r>
              <a:rPr lang="en-US" sz="375" dirty="0">
                <a:solidFill>
                  <a:srgbClr val="FFFFFF">
                    <a:alpha val="99000"/>
                  </a:srgbClr>
                </a:solidFill>
                <a:latin typeface="Source Sans Pro" pitchFamily="34" charset="0"/>
                <a:ea typeface="Source Sans Pro" pitchFamily="34" charset="-122"/>
                <a:cs typeface="Source Sans Pro" pitchFamily="34" charset="-120"/>
              </a:rPr>
              <a:t>HEX</a:t>
            </a:r>
            <a:endParaRPr lang="en-US" sz="375" dirty="0"/>
          </a:p>
        </p:txBody>
      </p:sp>
      <p:sp>
        <p:nvSpPr>
          <p:cNvPr id="37" name="Text 32"/>
          <p:cNvSpPr/>
          <p:nvPr/>
        </p:nvSpPr>
        <p:spPr>
          <a:xfrm>
            <a:off x="7877175" y="280988"/>
            <a:ext cx="604838"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00203C</a:t>
            </a:r>
            <a:endParaRPr lang="en-US" sz="375" dirty="0"/>
          </a:p>
        </p:txBody>
      </p:sp>
      <p:sp>
        <p:nvSpPr>
          <p:cNvPr id="38" name="Text 33"/>
          <p:cNvSpPr/>
          <p:nvPr/>
        </p:nvSpPr>
        <p:spPr>
          <a:xfrm>
            <a:off x="7715250" y="280988"/>
            <a:ext cx="538163" cy="33338"/>
          </a:xfrm>
          <a:prstGeom prst="rect">
            <a:avLst/>
          </a:prstGeom>
          <a:noFill/>
          <a:ln/>
        </p:spPr>
        <p:txBody>
          <a:bodyPr wrap="square" rtlCol="0" anchor="ctr"/>
          <a:lstStyle/>
          <a:p>
            <a:pPr algn="l" indent="0" marL="0">
              <a:lnSpc>
                <a:spcPts val="3750"/>
              </a:lnSpc>
              <a:buNone/>
            </a:pPr>
            <a:r>
              <a:rPr lang="en-US" sz="375" dirty="0">
                <a:solidFill>
                  <a:srgbClr val="000000">
                    <a:alpha val="99000"/>
                  </a:srgbClr>
                </a:solidFill>
                <a:latin typeface="Source Sans Pro" pitchFamily="34" charset="0"/>
                <a:ea typeface="Source Sans Pro" pitchFamily="34" charset="-122"/>
                <a:cs typeface="Source Sans Pro" pitchFamily="34" charset="-120"/>
              </a:rPr>
              <a:t>HEX</a:t>
            </a:r>
            <a:endParaRPr lang="en-US" sz="3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709988"/>
            <a:ext cx="8763000" cy="0"/>
          </a:xfrm>
          <a:prstGeom prst="line">
            <a:avLst/>
          </a:prstGeom>
          <a:noFill/>
          <a:ln w="12700">
            <a:solidFill>
              <a:srgbClr val="000000"/>
            </a:solidFill>
            <a:prstDash val="solid"/>
          </a:ln>
        </p:spPr>
      </p:sp>
      <p:sp>
        <p:nvSpPr>
          <p:cNvPr id="4" name="Shape 2"/>
          <p:cNvSpPr/>
          <p:nvPr/>
        </p:nvSpPr>
        <p:spPr>
          <a:xfrm rot="5400000">
            <a:off x="2933700" y="4433888"/>
            <a:ext cx="1438275" cy="0"/>
          </a:xfrm>
          <a:prstGeom prst="line">
            <a:avLst/>
          </a:prstGeom>
          <a:noFill/>
          <a:ln w="12700">
            <a:solidFill>
              <a:srgbClr val="000000"/>
            </a:solidFill>
            <a:prstDash val="solid"/>
          </a:ln>
        </p:spPr>
      </p:sp>
      <p:sp>
        <p:nvSpPr>
          <p:cNvPr id="5" name="Shape 3"/>
          <p:cNvSpPr/>
          <p:nvPr/>
        </p:nvSpPr>
        <p:spPr>
          <a:xfrm rot="5400000">
            <a:off x="6188869" y="2574131"/>
            <a:ext cx="5148263" cy="0"/>
          </a:xfrm>
          <a:prstGeom prst="line">
            <a:avLst/>
          </a:prstGeom>
          <a:noFill/>
          <a:ln w="12700">
            <a:solidFill>
              <a:srgbClr val="A2A2A2"/>
            </a:solidFill>
            <a:prstDash val="solid"/>
          </a:ln>
        </p:spPr>
      </p:sp>
      <p:sp>
        <p:nvSpPr>
          <p:cNvPr id="6" name="Shape 4"/>
          <p:cNvSpPr/>
          <p:nvPr/>
        </p:nvSpPr>
        <p:spPr>
          <a:xfrm rot="-10800000">
            <a:off x="8763000" y="2509838"/>
            <a:ext cx="381000" cy="0"/>
          </a:xfrm>
          <a:prstGeom prst="line">
            <a:avLst/>
          </a:prstGeom>
          <a:noFill/>
          <a:ln w="12700">
            <a:solidFill>
              <a:srgbClr val="A2A2A2"/>
            </a:solidFill>
            <a:prstDash val="solid"/>
          </a:ln>
        </p:spPr>
      </p:sp>
      <p:sp>
        <p:nvSpPr>
          <p:cNvPr id="7" name="Shape 5"/>
          <p:cNvSpPr/>
          <p:nvPr/>
        </p:nvSpPr>
        <p:spPr>
          <a:xfrm>
            <a:off x="0" y="0"/>
            <a:ext cx="5753100" cy="3709988"/>
          </a:xfrm>
          <a:prstGeom prst="rect">
            <a:avLst/>
          </a:prstGeom>
          <a:solidFill>
            <a:srgbClr val="2C76FF"/>
          </a:solidFill>
          <a:ln/>
        </p:spPr>
      </p:sp>
      <p:sp>
        <p:nvSpPr>
          <p:cNvPr id="8" name="Shape 6"/>
          <p:cNvSpPr/>
          <p:nvPr/>
        </p:nvSpPr>
        <p:spPr>
          <a:xfrm>
            <a:off x="-285750" y="1790700"/>
            <a:ext cx="2824163" cy="1562100"/>
          </a:xfrm>
          <a:prstGeom prst="rect">
            <a:avLst/>
          </a:prstGeom>
          <a:noFill/>
          <a:ln/>
        </p:spPr>
      </p:sp>
      <p:pic>
        <p:nvPicPr>
          <p:cNvPr id="9" name="Image 0" descr="preencoded.png">    </p:cNvPr>
          <p:cNvPicPr>
            <a:picLocks noChangeAspect="1"/>
          </p:cNvPicPr>
          <p:nvPr/>
        </p:nvPicPr>
        <p:blipFill>
          <a:blip r:embed="rId1"/>
          <a:stretch>
            <a:fillRect/>
          </a:stretch>
        </p:blipFill>
        <p:spPr>
          <a:xfrm>
            <a:off x="5753100" y="-57150"/>
            <a:ext cx="3632836" cy="4021457"/>
          </a:xfrm>
          <a:prstGeom prst="rect">
            <a:avLst/>
          </a:prstGeom>
        </p:spPr>
      </p:pic>
      <p:sp>
        <p:nvSpPr>
          <p:cNvPr id="10" name="Text 7"/>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11" name="Text 8"/>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Gradients</a:t>
            </a:r>
            <a:endParaRPr lang="en-US" sz="1500" dirty="0"/>
          </a:p>
        </p:txBody>
      </p:sp>
      <p:sp>
        <p:nvSpPr>
          <p:cNvPr id="12" name="Text 9"/>
          <p:cNvSpPr/>
          <p:nvPr/>
        </p:nvSpPr>
        <p:spPr>
          <a:xfrm>
            <a:off x="3800475" y="3843338"/>
            <a:ext cx="3657600" cy="652463"/>
          </a:xfrm>
          <a:prstGeom prst="rect">
            <a:avLst/>
          </a:prstGeom>
          <a:noFill/>
          <a:ln/>
        </p:spPr>
        <p:txBody>
          <a:bodyPr wrap="square" rtlCol="0" anchor="ctr"/>
          <a:lstStyle/>
          <a:p>
            <a:pPr algn="l" marL="342900" indent="-342900">
              <a:lnSpc>
                <a:spcPts val="999"/>
              </a:lnSpc>
              <a:buSzPct val="100000"/>
              <a:buChar char="•"/>
            </a:pPr>
            <a:r>
              <a:rPr lang="en-US" sz="675" dirty="0">
                <a:solidFill>
                  <a:srgbClr val="111111">
                    <a:alpha val="99000"/>
                  </a:srgbClr>
                </a:solidFill>
                <a:latin typeface="Inter" pitchFamily="34" charset="0"/>
                <a:ea typeface="Inter" pitchFamily="34" charset="-122"/>
                <a:cs typeface="Inter" pitchFamily="34" charset="-120"/>
              </a:rPr>
              <a:t>Our secondary colors are gradients that should be used as logo main colors</a:t>
            </a:r>
            <a:endParaRPr lang="en-US" sz="675" dirty="0"/>
          </a:p>
        </p:txBody>
      </p:sp>
      <p:sp>
        <p:nvSpPr>
          <p:cNvPr id="13" name="Text 10"/>
          <p:cNvSpPr/>
          <p:nvPr/>
        </p:nvSpPr>
        <p:spPr>
          <a:xfrm>
            <a:off x="3800475" y="4905375"/>
            <a:ext cx="833437"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Gradients</a:t>
            </a:r>
            <a:endParaRPr lang="en-US" sz="669" dirty="0"/>
          </a:p>
        </p:txBody>
      </p:sp>
      <p:sp>
        <p:nvSpPr>
          <p:cNvPr id="14" name="Text 11"/>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10</a:t>
            </a:r>
            <a:endParaRPr lang="en-US" sz="669" dirty="0"/>
          </a:p>
        </p:txBody>
      </p:sp>
      <p:sp>
        <p:nvSpPr>
          <p:cNvPr id="15" name="Text 12"/>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16" name="Text 13"/>
          <p:cNvSpPr/>
          <p:nvPr/>
        </p:nvSpPr>
        <p:spPr>
          <a:xfrm>
            <a:off x="266700" y="352425"/>
            <a:ext cx="3657600" cy="114300"/>
          </a:xfrm>
          <a:prstGeom prst="rect">
            <a:avLst/>
          </a:prstGeom>
          <a:noFill/>
          <a:ln/>
        </p:spPr>
        <p:txBody>
          <a:bodyPr wrap="square" rtlCol="0" anchor="ctr"/>
          <a:lstStyle/>
          <a:p>
            <a:pPr algn="l" marL="342900" indent="-342900">
              <a:lnSpc>
                <a:spcPts val="888"/>
              </a:lnSpc>
              <a:buSzPct val="100000"/>
              <a:buChar char="•"/>
            </a:pPr>
            <a:r>
              <a:rPr lang="en-US" sz="600" b="1" dirty="0">
                <a:solidFill>
                  <a:srgbClr val="111111">
                    <a:alpha val="99000"/>
                  </a:srgbClr>
                </a:solidFill>
                <a:latin typeface="Inter" pitchFamily="34" charset="0"/>
                <a:ea typeface="Inter" pitchFamily="34" charset="-122"/>
                <a:cs typeface="Inter" pitchFamily="34" charset="-120"/>
              </a:rPr>
              <a:t>Dark</a:t>
            </a:r>
            <a:endParaRPr lang="en-US" sz="600" dirty="0"/>
          </a:p>
        </p:txBody>
      </p:sp>
      <p:sp>
        <p:nvSpPr>
          <p:cNvPr id="17" name="Text 14"/>
          <p:cNvSpPr/>
          <p:nvPr/>
        </p:nvSpPr>
        <p:spPr>
          <a:xfrm>
            <a:off x="6043613" y="352425"/>
            <a:ext cx="3657600" cy="114300"/>
          </a:xfrm>
          <a:prstGeom prst="rect">
            <a:avLst/>
          </a:prstGeom>
          <a:noFill/>
          <a:ln/>
        </p:spPr>
        <p:txBody>
          <a:bodyPr wrap="square" rtlCol="0" anchor="ctr"/>
          <a:lstStyle/>
          <a:p>
            <a:pPr algn="l" marL="342900" indent="-342900">
              <a:lnSpc>
                <a:spcPts val="888"/>
              </a:lnSpc>
              <a:buSzPct val="100000"/>
              <a:buChar char="•"/>
            </a:pPr>
            <a:r>
              <a:rPr lang="en-US" sz="600" b="1" dirty="0">
                <a:solidFill>
                  <a:srgbClr val="111111">
                    <a:alpha val="99000"/>
                  </a:srgbClr>
                </a:solidFill>
                <a:latin typeface="Inter" pitchFamily="34" charset="0"/>
                <a:ea typeface="Inter" pitchFamily="34" charset="-122"/>
                <a:cs typeface="Inter" pitchFamily="34" charset="-120"/>
              </a:rPr>
              <a:t>Light</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709988"/>
            <a:ext cx="8763000" cy="0"/>
          </a:xfrm>
          <a:prstGeom prst="line">
            <a:avLst/>
          </a:prstGeom>
          <a:noFill/>
          <a:ln w="12700">
            <a:solidFill>
              <a:srgbClr val="000000"/>
            </a:solidFill>
            <a:prstDash val="solid"/>
          </a:ln>
        </p:spPr>
      </p:sp>
      <p:sp>
        <p:nvSpPr>
          <p:cNvPr id="4" name="Shape 2"/>
          <p:cNvSpPr/>
          <p:nvPr/>
        </p:nvSpPr>
        <p:spPr>
          <a:xfrm rot="5400000">
            <a:off x="2933700" y="4433888"/>
            <a:ext cx="1438275" cy="0"/>
          </a:xfrm>
          <a:prstGeom prst="line">
            <a:avLst/>
          </a:prstGeom>
          <a:noFill/>
          <a:ln w="12700">
            <a:solidFill>
              <a:srgbClr val="000000"/>
            </a:solidFill>
            <a:prstDash val="solid"/>
          </a:ln>
        </p:spPr>
      </p:sp>
      <p:sp>
        <p:nvSpPr>
          <p:cNvPr id="5" name="Shape 3"/>
          <p:cNvSpPr/>
          <p:nvPr/>
        </p:nvSpPr>
        <p:spPr>
          <a:xfrm>
            <a:off x="3743325" y="3843338"/>
            <a:ext cx="4872038" cy="823913"/>
          </a:xfrm>
          <a:prstGeom prst="rect">
            <a:avLst/>
          </a:prstGeom>
          <a:noFill/>
          <a:ln/>
        </p:spPr>
      </p:sp>
      <p:sp>
        <p:nvSpPr>
          <p:cNvPr id="6" name="Shape 4"/>
          <p:cNvSpPr/>
          <p:nvPr/>
        </p:nvSpPr>
        <p:spPr>
          <a:xfrm rot="5400000">
            <a:off x="6188869" y="2574131"/>
            <a:ext cx="5148263" cy="0"/>
          </a:xfrm>
          <a:prstGeom prst="line">
            <a:avLst/>
          </a:prstGeom>
          <a:noFill/>
          <a:ln w="12700">
            <a:solidFill>
              <a:srgbClr val="A2A2A2"/>
            </a:solidFill>
            <a:prstDash val="solid"/>
          </a:ln>
        </p:spPr>
      </p:sp>
      <p:sp>
        <p:nvSpPr>
          <p:cNvPr id="7" name="Shape 5"/>
          <p:cNvSpPr/>
          <p:nvPr/>
        </p:nvSpPr>
        <p:spPr>
          <a:xfrm rot="-10800000">
            <a:off x="8763000" y="2509838"/>
            <a:ext cx="381000" cy="0"/>
          </a:xfrm>
          <a:prstGeom prst="line">
            <a:avLst/>
          </a:prstGeom>
          <a:noFill/>
          <a:ln w="12700">
            <a:solidFill>
              <a:srgbClr val="A2A2A2"/>
            </a:solidFill>
            <a:prstDash val="solid"/>
          </a:ln>
        </p:spPr>
      </p:sp>
      <p:sp>
        <p:nvSpPr>
          <p:cNvPr id="8" name="Shape 6"/>
          <p:cNvSpPr/>
          <p:nvPr/>
        </p:nvSpPr>
        <p:spPr>
          <a:xfrm>
            <a:off x="5353050" y="0"/>
            <a:ext cx="3405188" cy="3709988"/>
          </a:xfrm>
          <a:prstGeom prst="rect">
            <a:avLst/>
          </a:prstGeom>
          <a:solidFill>
            <a:srgbClr val="111111"/>
          </a:solidFill>
          <a:ln/>
        </p:spPr>
      </p:sp>
      <p:sp>
        <p:nvSpPr>
          <p:cNvPr id="9" name="Text 7"/>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10" name="Text 8"/>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General Use Font</a:t>
            </a:r>
            <a:endParaRPr lang="en-US" sz="1500" dirty="0"/>
          </a:p>
        </p:txBody>
      </p:sp>
      <p:sp>
        <p:nvSpPr>
          <p:cNvPr id="11" name="Text 9"/>
          <p:cNvSpPr/>
          <p:nvPr/>
        </p:nvSpPr>
        <p:spPr>
          <a:xfrm>
            <a:off x="3800475" y="4905375"/>
            <a:ext cx="111442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General Use Font</a:t>
            </a:r>
            <a:endParaRPr lang="en-US" sz="669" dirty="0"/>
          </a:p>
        </p:txBody>
      </p:sp>
      <p:sp>
        <p:nvSpPr>
          <p:cNvPr id="12" name="Text 10"/>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11</a:t>
            </a:r>
            <a:endParaRPr lang="en-US" sz="669" dirty="0"/>
          </a:p>
        </p:txBody>
      </p:sp>
      <p:sp>
        <p:nvSpPr>
          <p:cNvPr id="13" name="Text 11"/>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14" name="Text 12"/>
          <p:cNvSpPr/>
          <p:nvPr/>
        </p:nvSpPr>
        <p:spPr>
          <a:xfrm>
            <a:off x="6000750" y="485775"/>
            <a:ext cx="2677576" cy="2833688"/>
          </a:xfrm>
          <a:prstGeom prst="rect">
            <a:avLst/>
          </a:prstGeom>
          <a:noFill/>
          <a:ln/>
        </p:spPr>
        <p:txBody>
          <a:bodyPr wrap="square" rtlCol="0" anchor="ctr"/>
          <a:lstStyle/>
          <a:p>
            <a:pPr algn="l" indent="0" marL="0">
              <a:lnSpc>
                <a:spcPts val="4037"/>
              </a:lnSpc>
              <a:buNone/>
            </a:pPr>
            <a:r>
              <a:rPr lang="en-US" sz="3445" dirty="0">
                <a:solidFill>
                  <a:srgbClr val="FAFAFA">
                    <a:alpha val="99000"/>
                  </a:srgbClr>
                </a:solidFill>
                <a:latin typeface="IBM Plex Sans" pitchFamily="34" charset="0"/>
                <a:ea typeface="IBM Plex Sans" pitchFamily="34" charset="-122"/>
                <a:cs typeface="IBM Plex Sans" pitchFamily="34" charset="-120"/>
              </a:rPr>
              <a:t>Light </a:t>
            </a:r>
            <a:pPr algn="l" indent="0" marL="0">
              <a:lnSpc>
                <a:spcPts val="4037"/>
              </a:lnSpc>
              <a:buNone/>
            </a:pPr>
            <a:r>
              <a:rPr lang="en-US" sz="3445" dirty="0">
                <a:solidFill>
                  <a:srgbClr val="FAFAFA">
                    <a:alpha val="99000"/>
                  </a:srgbClr>
                </a:solidFill>
                <a:latin typeface="IBM Plex Sans" pitchFamily="34" charset="0"/>
                <a:ea typeface="IBM Plex Sans" pitchFamily="34" charset="-122"/>
                <a:cs typeface="IBM Plex Sans" pitchFamily="34" charset="-120"/>
              </a:rPr>
              <a:t>Regular </a:t>
            </a:r>
            <a:pPr algn="l" indent="0" marL="0">
              <a:lnSpc>
                <a:spcPts val="4037"/>
              </a:lnSpc>
              <a:buNone/>
            </a:pPr>
            <a:r>
              <a:rPr lang="en-US" sz="3445" dirty="0">
                <a:solidFill>
                  <a:srgbClr val="FAFAFA">
                    <a:alpha val="99000"/>
                  </a:srgbClr>
                </a:solidFill>
                <a:latin typeface="IBM Plex Sans" pitchFamily="34" charset="0"/>
                <a:ea typeface="IBM Plex Sans" pitchFamily="34" charset="-122"/>
                <a:cs typeface="IBM Plex Sans" pitchFamily="34" charset="-120"/>
              </a:rPr>
              <a:t>Medium</a:t>
            </a:r>
            <a:endParaRPr lang="en-US" sz="3445" dirty="0"/>
          </a:p>
          <a:p>
            <a:pPr algn="l" indent="0" marL="0">
              <a:lnSpc>
                <a:spcPts val="4037"/>
              </a:lnSpc>
              <a:buNone/>
            </a:pPr>
            <a:r>
              <a:rPr lang="en-US" sz="3445" b="1" dirty="0">
                <a:solidFill>
                  <a:srgbClr val="FAFAFA">
                    <a:alpha val="99000"/>
                  </a:srgbClr>
                </a:solidFill>
                <a:latin typeface="IBM Plex Sans" pitchFamily="34" charset="0"/>
                <a:ea typeface="IBM Plex Sans" pitchFamily="34" charset="-122"/>
                <a:cs typeface="IBM Plex Sans" pitchFamily="34" charset="-120"/>
              </a:rPr>
              <a:t>Semi bold</a:t>
            </a:r>
            <a:endParaRPr lang="en-US" sz="3445" dirty="0"/>
          </a:p>
          <a:p>
            <a:pPr algn="l" indent="0" marL="0">
              <a:lnSpc>
                <a:spcPts val="4037"/>
              </a:lnSpc>
              <a:buNone/>
            </a:pPr>
            <a:r>
              <a:rPr lang="en-US" sz="3445" b="1" dirty="0">
                <a:solidFill>
                  <a:srgbClr val="FAFAFA">
                    <a:alpha val="99000"/>
                  </a:srgbClr>
                </a:solidFill>
                <a:latin typeface="IBM Plex Sans" pitchFamily="34" charset="0"/>
                <a:ea typeface="IBM Plex Sans" pitchFamily="34" charset="-122"/>
                <a:cs typeface="IBM Plex Sans" pitchFamily="34" charset="-120"/>
              </a:rPr>
              <a:t>Bold </a:t>
            </a:r>
            <a:endParaRPr lang="en-US" sz="3445" dirty="0"/>
          </a:p>
        </p:txBody>
      </p:sp>
      <p:sp>
        <p:nvSpPr>
          <p:cNvPr id="15" name="Text 13"/>
          <p:cNvSpPr/>
          <p:nvPr/>
        </p:nvSpPr>
        <p:spPr>
          <a:xfrm>
            <a:off x="728663" y="1009650"/>
            <a:ext cx="4048125" cy="1781175"/>
          </a:xfrm>
          <a:prstGeom prst="rect">
            <a:avLst/>
          </a:prstGeom>
          <a:noFill/>
          <a:ln/>
        </p:spPr>
        <p:txBody>
          <a:bodyPr wrap="square" rtlCol="0" anchor="ctr"/>
          <a:lstStyle/>
          <a:p>
            <a:pPr algn="l" indent="0" marL="0">
              <a:lnSpc>
                <a:spcPts val="7020"/>
              </a:lnSpc>
              <a:buNone/>
            </a:pPr>
            <a:r>
              <a:rPr lang="en-US" sz="6750" spc="-135" kern="0" dirty="0">
                <a:solidFill>
                  <a:srgbClr val="000000">
                    <a:alpha val="99000"/>
                  </a:srgbClr>
                </a:solidFill>
                <a:latin typeface="IBM Plex Sans" pitchFamily="34" charset="0"/>
                <a:ea typeface="IBM Plex Sans" pitchFamily="34" charset="-122"/>
                <a:cs typeface="IBM Plex Sans" pitchFamily="34" charset="-120"/>
              </a:rPr>
              <a:t>IBM Plex </a:t>
            </a:r>
            <a:endParaRPr lang="en-US" sz="6750" dirty="0"/>
          </a:p>
          <a:p>
            <a:pPr algn="l" indent="0" marL="0">
              <a:lnSpc>
                <a:spcPts val="7020"/>
              </a:lnSpc>
              <a:buNone/>
            </a:pPr>
            <a:r>
              <a:rPr lang="en-US" sz="6750" spc="-135" kern="0" dirty="0">
                <a:solidFill>
                  <a:srgbClr val="000000">
                    <a:alpha val="99000"/>
                  </a:srgbClr>
                </a:solidFill>
                <a:latin typeface="IBM Plex Sans" pitchFamily="34" charset="0"/>
                <a:ea typeface="IBM Plex Sans" pitchFamily="34" charset="-122"/>
                <a:cs typeface="IBM Plex Sans" pitchFamily="34" charset="-120"/>
              </a:rPr>
              <a:t>sans</a:t>
            </a:r>
            <a:endParaRPr lang="en-US" sz="6750" dirty="0"/>
          </a:p>
        </p:txBody>
      </p:sp>
      <p:sp>
        <p:nvSpPr>
          <p:cNvPr id="16" name="Text 14"/>
          <p:cNvSpPr/>
          <p:nvPr/>
        </p:nvSpPr>
        <p:spPr>
          <a:xfrm>
            <a:off x="3743325" y="3843338"/>
            <a:ext cx="5329238" cy="109538"/>
          </a:xfrm>
          <a:prstGeom prst="rect">
            <a:avLst/>
          </a:prstGeom>
          <a:noFill/>
          <a:ln/>
        </p:spPr>
        <p:txBody>
          <a:bodyPr wrap="square" rtlCol="0" anchor="ctr"/>
          <a:lstStyle/>
          <a:p>
            <a:pPr algn="l" indent="0" marL="0">
              <a:lnSpc>
                <a:spcPts val="851"/>
              </a:lnSpc>
              <a:buNone/>
            </a:pPr>
            <a:r>
              <a:rPr lang="en-US" sz="675" b="1" i="1" dirty="0">
                <a:solidFill>
                  <a:srgbClr val="111111">
                    <a:alpha val="99000"/>
                  </a:srgbClr>
                </a:solidFill>
                <a:latin typeface="Inter" pitchFamily="34" charset="0"/>
                <a:ea typeface="Inter" pitchFamily="34" charset="-122"/>
                <a:cs typeface="Inter" pitchFamily="34" charset="-120"/>
              </a:rPr>
              <a:t>Why IBM Plex Sans?</a:t>
            </a:r>
            <a:endParaRPr lang="en-US" sz="675" dirty="0"/>
          </a:p>
        </p:txBody>
      </p:sp>
      <p:sp>
        <p:nvSpPr>
          <p:cNvPr id="17" name="Text 15"/>
          <p:cNvSpPr/>
          <p:nvPr/>
        </p:nvSpPr>
        <p:spPr>
          <a:xfrm>
            <a:off x="3743325" y="4000500"/>
            <a:ext cx="5329238" cy="666750"/>
          </a:xfrm>
          <a:prstGeom prst="rect">
            <a:avLst/>
          </a:prstGeom>
          <a:noFill/>
          <a:ln/>
        </p:spPr>
        <p:txBody>
          <a:bodyPr wrap="square" rtlCol="0" anchor="ctr"/>
          <a:lstStyle/>
          <a:p>
            <a:pPr algn="l" marL="342900" indent="-342900">
              <a:lnSpc>
                <a:spcPts val="1296"/>
              </a:lnSpc>
              <a:buSzPct val="100000"/>
              <a:buChar char="•"/>
            </a:pPr>
            <a:r>
              <a:rPr lang="en-US" sz="675" dirty="0">
                <a:solidFill>
                  <a:srgbClr val="111111">
                    <a:alpha val="99000"/>
                  </a:srgbClr>
                </a:solidFill>
                <a:latin typeface="Inter" pitchFamily="34" charset="0"/>
                <a:ea typeface="Inter" pitchFamily="34" charset="-122"/>
                <a:cs typeface="Inter" pitchFamily="34" charset="-120"/>
              </a:rPr>
              <a:t>Modern &amp; Professional: Delivers a trustworthy and contemporary brand presence.</a:t>
            </a:r>
            <a:endParaRPr lang="en-US" sz="675" dirty="0"/>
          </a:p>
          <a:p>
            <a:pPr algn="l" marL="342900" indent="-342900">
              <a:lnSpc>
                <a:spcPts val="1296"/>
              </a:lnSpc>
              <a:buSzPct val="100000"/>
              <a:buChar char="•"/>
            </a:pPr>
            <a:r>
              <a:rPr lang="en-US" sz="675" dirty="0">
                <a:solidFill>
                  <a:srgbClr val="111111">
                    <a:alpha val="99000"/>
                  </a:srgbClr>
                </a:solidFill>
                <a:latin typeface="Inter" pitchFamily="34" charset="0"/>
                <a:ea typeface="Inter" pitchFamily="34" charset="-122"/>
                <a:cs typeface="Inter" pitchFamily="34" charset="-120"/>
              </a:rPr>
              <a:t>Bilingual-Friendly: Supports seamless use with Arabic and English, ensuring a consistent user experience.</a:t>
            </a:r>
            <a:endParaRPr lang="en-US" sz="675" dirty="0"/>
          </a:p>
          <a:p>
            <a:pPr algn="l" marL="342900" indent="-342900">
              <a:lnSpc>
                <a:spcPts val="1296"/>
              </a:lnSpc>
              <a:buSzPct val="100000"/>
              <a:buChar char="•"/>
            </a:pPr>
            <a:r>
              <a:rPr lang="en-US" sz="675" dirty="0">
                <a:solidFill>
                  <a:srgbClr val="111111">
                    <a:alpha val="99000"/>
                  </a:srgbClr>
                </a:solidFill>
                <a:latin typeface="Inter" pitchFamily="34" charset="0"/>
                <a:ea typeface="Inter" pitchFamily="34" charset="-122"/>
                <a:cs typeface="Inter" pitchFamily="34" charset="-120"/>
              </a:rPr>
              <a:t>Excellent Legibility: Works perfectly for UI text, chat messages, buttons, and headings.</a:t>
            </a:r>
            <a:endParaRPr lang="en-US" sz="675" dirty="0"/>
          </a:p>
          <a:p>
            <a:pPr algn="l" marL="342900" indent="-342900">
              <a:lnSpc>
                <a:spcPts val="1296"/>
              </a:lnSpc>
              <a:buSzPct val="100000"/>
              <a:buChar char="•"/>
            </a:pPr>
            <a:r>
              <a:rPr lang="en-US" sz="675" dirty="0">
                <a:solidFill>
                  <a:srgbClr val="111111">
                    <a:alpha val="99000"/>
                  </a:srgbClr>
                </a:solidFill>
                <a:latin typeface="Inter" pitchFamily="34" charset="0"/>
                <a:ea typeface="Inter" pitchFamily="34" charset="-122"/>
                <a:cs typeface="Inter" pitchFamily="34" charset="-120"/>
              </a:rPr>
              <a:t>Versatile Weights: Allows a clear visual hierarchy across our design system.</a:t>
            </a:r>
            <a:endParaRPr lang="en-US" sz="6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919537"/>
            <a:ext cx="8763000" cy="0"/>
          </a:xfrm>
          <a:prstGeom prst="line">
            <a:avLst/>
          </a:prstGeom>
          <a:noFill/>
          <a:ln w="12700">
            <a:solidFill>
              <a:srgbClr val="000000"/>
            </a:solidFill>
            <a:prstDash val="solid"/>
          </a:ln>
        </p:spPr>
      </p:sp>
      <p:sp>
        <p:nvSpPr>
          <p:cNvPr id="4" name="Shape 2"/>
          <p:cNvSpPr/>
          <p:nvPr/>
        </p:nvSpPr>
        <p:spPr>
          <a:xfrm rot="5400000">
            <a:off x="2933700" y="4433888"/>
            <a:ext cx="1438275" cy="0"/>
          </a:xfrm>
          <a:prstGeom prst="line">
            <a:avLst/>
          </a:prstGeom>
          <a:noFill/>
          <a:ln w="12700">
            <a:solidFill>
              <a:srgbClr val="000000"/>
            </a:solidFill>
            <a:prstDash val="solid"/>
          </a:ln>
        </p:spPr>
      </p:sp>
      <p:sp>
        <p:nvSpPr>
          <p:cNvPr id="5" name="Shape 3"/>
          <p:cNvSpPr/>
          <p:nvPr/>
        </p:nvSpPr>
        <p:spPr>
          <a:xfrm>
            <a:off x="3743325" y="3971925"/>
            <a:ext cx="4872038" cy="666750"/>
          </a:xfrm>
          <a:prstGeom prst="rect">
            <a:avLst/>
          </a:prstGeom>
          <a:noFill/>
          <a:ln/>
        </p:spPr>
      </p:sp>
      <p:sp>
        <p:nvSpPr>
          <p:cNvPr id="6" name="Shape 4"/>
          <p:cNvSpPr/>
          <p:nvPr/>
        </p:nvSpPr>
        <p:spPr>
          <a:xfrm rot="5400000">
            <a:off x="6188869" y="2574131"/>
            <a:ext cx="5148263" cy="0"/>
          </a:xfrm>
          <a:prstGeom prst="line">
            <a:avLst/>
          </a:prstGeom>
          <a:noFill/>
          <a:ln w="12700">
            <a:solidFill>
              <a:srgbClr val="A2A2A2"/>
            </a:solidFill>
            <a:prstDash val="solid"/>
          </a:ln>
        </p:spPr>
      </p:sp>
      <p:sp>
        <p:nvSpPr>
          <p:cNvPr id="7" name="Shape 5"/>
          <p:cNvSpPr/>
          <p:nvPr/>
        </p:nvSpPr>
        <p:spPr>
          <a:xfrm rot="-10800000">
            <a:off x="8763000" y="2509838"/>
            <a:ext cx="381000" cy="0"/>
          </a:xfrm>
          <a:prstGeom prst="line">
            <a:avLst/>
          </a:prstGeom>
          <a:noFill/>
          <a:ln w="12700">
            <a:solidFill>
              <a:srgbClr val="A2A2A2"/>
            </a:solidFill>
            <a:prstDash val="solid"/>
          </a:ln>
        </p:spPr>
      </p:sp>
      <p:sp>
        <p:nvSpPr>
          <p:cNvPr id="8" name="Shape 6"/>
          <p:cNvSpPr/>
          <p:nvPr/>
        </p:nvSpPr>
        <p:spPr>
          <a:xfrm>
            <a:off x="0" y="57150"/>
            <a:ext cx="4548188" cy="3624263"/>
          </a:xfrm>
          <a:prstGeom prst="rect">
            <a:avLst/>
          </a:prstGeom>
          <a:solidFill>
            <a:srgbClr val="FFFFFF"/>
          </a:solidFill>
          <a:ln/>
        </p:spPr>
      </p:sp>
      <p:sp>
        <p:nvSpPr>
          <p:cNvPr id="9" name="Shape 7"/>
          <p:cNvSpPr/>
          <p:nvPr/>
        </p:nvSpPr>
        <p:spPr>
          <a:xfrm>
            <a:off x="4767263" y="57150"/>
            <a:ext cx="3995738" cy="3624263"/>
          </a:xfrm>
          <a:prstGeom prst="rect">
            <a:avLst/>
          </a:prstGeom>
          <a:solidFill>
            <a:srgbClr val="FFFFFF"/>
          </a:solidFill>
          <a:ln/>
        </p:spPr>
      </p:sp>
      <p:sp>
        <p:nvSpPr>
          <p:cNvPr id="10" name="Shape 8"/>
          <p:cNvSpPr/>
          <p:nvPr/>
        </p:nvSpPr>
        <p:spPr>
          <a:xfrm>
            <a:off x="5072063" y="361950"/>
            <a:ext cx="3690937" cy="71438"/>
          </a:xfrm>
          <a:prstGeom prst="rect">
            <a:avLst/>
          </a:prstGeom>
          <a:solidFill>
            <a:srgbClr val="FFFFFF"/>
          </a:solidFill>
          <a:ln/>
        </p:spPr>
      </p:sp>
      <p:sp>
        <p:nvSpPr>
          <p:cNvPr id="11" name="Shape 9"/>
          <p:cNvSpPr/>
          <p:nvPr/>
        </p:nvSpPr>
        <p:spPr>
          <a:xfrm>
            <a:off x="4867275" y="661988"/>
            <a:ext cx="3895725" cy="247650"/>
          </a:xfrm>
          <a:prstGeom prst="rect">
            <a:avLst/>
          </a:prstGeom>
          <a:solidFill>
            <a:srgbClr val="FFFFFF"/>
          </a:solidFill>
          <a:ln/>
        </p:spPr>
      </p:sp>
      <p:sp>
        <p:nvSpPr>
          <p:cNvPr id="12" name="Shape 10"/>
          <p:cNvSpPr/>
          <p:nvPr/>
        </p:nvSpPr>
        <p:spPr>
          <a:xfrm>
            <a:off x="5686425" y="1138238"/>
            <a:ext cx="3076575" cy="190500"/>
          </a:xfrm>
          <a:prstGeom prst="rect">
            <a:avLst/>
          </a:prstGeom>
          <a:solidFill>
            <a:srgbClr val="FFFFFF"/>
          </a:solidFill>
          <a:ln/>
        </p:spPr>
      </p:sp>
      <p:sp>
        <p:nvSpPr>
          <p:cNvPr id="13" name="Shape 11"/>
          <p:cNvSpPr/>
          <p:nvPr/>
        </p:nvSpPr>
        <p:spPr>
          <a:xfrm>
            <a:off x="6015038" y="1557338"/>
            <a:ext cx="2747963" cy="166688"/>
          </a:xfrm>
          <a:prstGeom prst="rect">
            <a:avLst/>
          </a:prstGeom>
          <a:solidFill>
            <a:srgbClr val="FFFFFF"/>
          </a:solidFill>
          <a:ln/>
        </p:spPr>
      </p:sp>
      <p:sp>
        <p:nvSpPr>
          <p:cNvPr id="14" name="Shape 12"/>
          <p:cNvSpPr/>
          <p:nvPr/>
        </p:nvSpPr>
        <p:spPr>
          <a:xfrm>
            <a:off x="6338888" y="1952625"/>
            <a:ext cx="2424113" cy="142875"/>
          </a:xfrm>
          <a:prstGeom prst="rect">
            <a:avLst/>
          </a:prstGeom>
          <a:solidFill>
            <a:srgbClr val="FFFFFF"/>
          </a:solidFill>
          <a:ln/>
        </p:spPr>
      </p:sp>
      <p:sp>
        <p:nvSpPr>
          <p:cNvPr id="15" name="Shape 13"/>
          <p:cNvSpPr/>
          <p:nvPr/>
        </p:nvSpPr>
        <p:spPr>
          <a:xfrm>
            <a:off x="6667500" y="2324100"/>
            <a:ext cx="2095500" cy="119063"/>
          </a:xfrm>
          <a:prstGeom prst="rect">
            <a:avLst/>
          </a:prstGeom>
          <a:solidFill>
            <a:srgbClr val="FFFFFF"/>
          </a:solidFill>
          <a:ln/>
        </p:spPr>
      </p:sp>
      <p:sp>
        <p:nvSpPr>
          <p:cNvPr id="16" name="Shape 14"/>
          <p:cNvSpPr/>
          <p:nvPr/>
        </p:nvSpPr>
        <p:spPr>
          <a:xfrm>
            <a:off x="6996113" y="2671763"/>
            <a:ext cx="1766888" cy="95250"/>
          </a:xfrm>
          <a:prstGeom prst="rect">
            <a:avLst/>
          </a:prstGeom>
          <a:solidFill>
            <a:srgbClr val="FFFFFF"/>
          </a:solidFill>
          <a:ln/>
        </p:spPr>
      </p:sp>
      <p:sp>
        <p:nvSpPr>
          <p:cNvPr id="17" name="Shape 15"/>
          <p:cNvSpPr/>
          <p:nvPr/>
        </p:nvSpPr>
        <p:spPr>
          <a:xfrm>
            <a:off x="7158038" y="2995613"/>
            <a:ext cx="1604963" cy="80963"/>
          </a:xfrm>
          <a:prstGeom prst="rect">
            <a:avLst/>
          </a:prstGeom>
          <a:solidFill>
            <a:srgbClr val="FFFFFF"/>
          </a:solidFill>
          <a:ln/>
        </p:spPr>
      </p:sp>
      <p:sp>
        <p:nvSpPr>
          <p:cNvPr id="18" name="Shape 16"/>
          <p:cNvSpPr/>
          <p:nvPr/>
        </p:nvSpPr>
        <p:spPr>
          <a:xfrm>
            <a:off x="7319963" y="3305175"/>
            <a:ext cx="1443038" cy="71438"/>
          </a:xfrm>
          <a:prstGeom prst="rect">
            <a:avLst/>
          </a:prstGeom>
          <a:solidFill>
            <a:srgbClr val="FFFFFF"/>
          </a:solidFill>
          <a:ln/>
        </p:spPr>
      </p:sp>
      <p:sp>
        <p:nvSpPr>
          <p:cNvPr id="19" name="Shape 17"/>
          <p:cNvSpPr/>
          <p:nvPr/>
        </p:nvSpPr>
        <p:spPr>
          <a:xfrm>
            <a:off x="8458200" y="3305175"/>
            <a:ext cx="304800" cy="71438"/>
          </a:xfrm>
          <a:prstGeom prst="rect">
            <a:avLst/>
          </a:prstGeom>
          <a:solidFill>
            <a:srgbClr val="FFFFFF"/>
          </a:solidFill>
          <a:ln/>
        </p:spPr>
      </p:sp>
      <p:sp>
        <p:nvSpPr>
          <p:cNvPr id="20" name="Shape 18"/>
          <p:cNvSpPr/>
          <p:nvPr/>
        </p:nvSpPr>
        <p:spPr>
          <a:xfrm>
            <a:off x="8458200" y="3000375"/>
            <a:ext cx="304800" cy="71438"/>
          </a:xfrm>
          <a:prstGeom prst="rect">
            <a:avLst/>
          </a:prstGeom>
          <a:solidFill>
            <a:srgbClr val="FFFFFF"/>
          </a:solidFill>
          <a:ln/>
        </p:spPr>
      </p:sp>
      <p:sp>
        <p:nvSpPr>
          <p:cNvPr id="21" name="Shape 19"/>
          <p:cNvSpPr/>
          <p:nvPr/>
        </p:nvSpPr>
        <p:spPr>
          <a:xfrm>
            <a:off x="8458200" y="2683669"/>
            <a:ext cx="304800" cy="71438"/>
          </a:xfrm>
          <a:prstGeom prst="rect">
            <a:avLst/>
          </a:prstGeom>
          <a:solidFill>
            <a:srgbClr val="FFFFFF"/>
          </a:solidFill>
          <a:ln/>
        </p:spPr>
      </p:sp>
      <p:sp>
        <p:nvSpPr>
          <p:cNvPr id="22" name="Shape 20"/>
          <p:cNvSpPr/>
          <p:nvPr/>
        </p:nvSpPr>
        <p:spPr>
          <a:xfrm>
            <a:off x="8458200" y="2347913"/>
            <a:ext cx="304800" cy="71438"/>
          </a:xfrm>
          <a:prstGeom prst="rect">
            <a:avLst/>
          </a:prstGeom>
          <a:solidFill>
            <a:srgbClr val="FFFFFF"/>
          </a:solidFill>
          <a:ln/>
        </p:spPr>
      </p:sp>
      <p:sp>
        <p:nvSpPr>
          <p:cNvPr id="23" name="Shape 21"/>
          <p:cNvSpPr/>
          <p:nvPr/>
        </p:nvSpPr>
        <p:spPr>
          <a:xfrm>
            <a:off x="8458200" y="1988344"/>
            <a:ext cx="304800" cy="71438"/>
          </a:xfrm>
          <a:prstGeom prst="rect">
            <a:avLst/>
          </a:prstGeom>
          <a:solidFill>
            <a:srgbClr val="FFFFFF"/>
          </a:solidFill>
          <a:ln/>
        </p:spPr>
      </p:sp>
      <p:sp>
        <p:nvSpPr>
          <p:cNvPr id="24" name="Shape 22"/>
          <p:cNvSpPr/>
          <p:nvPr/>
        </p:nvSpPr>
        <p:spPr>
          <a:xfrm>
            <a:off x="8458200" y="1604963"/>
            <a:ext cx="304800" cy="71438"/>
          </a:xfrm>
          <a:prstGeom prst="rect">
            <a:avLst/>
          </a:prstGeom>
          <a:solidFill>
            <a:srgbClr val="FFFFFF"/>
          </a:solidFill>
          <a:ln/>
        </p:spPr>
      </p:sp>
      <p:sp>
        <p:nvSpPr>
          <p:cNvPr id="25" name="Shape 23"/>
          <p:cNvSpPr/>
          <p:nvPr/>
        </p:nvSpPr>
        <p:spPr>
          <a:xfrm>
            <a:off x="8458200" y="1197769"/>
            <a:ext cx="304800" cy="71438"/>
          </a:xfrm>
          <a:prstGeom prst="rect">
            <a:avLst/>
          </a:prstGeom>
          <a:solidFill>
            <a:srgbClr val="FFFFFF"/>
          </a:solidFill>
          <a:ln/>
        </p:spPr>
      </p:sp>
      <p:sp>
        <p:nvSpPr>
          <p:cNvPr id="26" name="Shape 24"/>
          <p:cNvSpPr/>
          <p:nvPr/>
        </p:nvSpPr>
        <p:spPr>
          <a:xfrm>
            <a:off x="8458200" y="750094"/>
            <a:ext cx="304800" cy="71438"/>
          </a:xfrm>
          <a:prstGeom prst="rect">
            <a:avLst/>
          </a:prstGeom>
          <a:solidFill>
            <a:srgbClr val="FFFFFF"/>
          </a:solidFill>
          <a:ln/>
        </p:spPr>
      </p:sp>
      <p:sp>
        <p:nvSpPr>
          <p:cNvPr id="27" name="Shape 25"/>
          <p:cNvSpPr/>
          <p:nvPr/>
        </p:nvSpPr>
        <p:spPr>
          <a:xfrm>
            <a:off x="123825" y="361950"/>
            <a:ext cx="1681163" cy="71438"/>
          </a:xfrm>
          <a:prstGeom prst="rect">
            <a:avLst/>
          </a:prstGeom>
          <a:solidFill>
            <a:srgbClr val="FFFFFF"/>
          </a:solidFill>
          <a:ln/>
        </p:spPr>
      </p:sp>
      <p:sp>
        <p:nvSpPr>
          <p:cNvPr id="28" name="Shape 26"/>
          <p:cNvSpPr/>
          <p:nvPr/>
        </p:nvSpPr>
        <p:spPr>
          <a:xfrm>
            <a:off x="123825" y="661988"/>
            <a:ext cx="4424363" cy="247650"/>
          </a:xfrm>
          <a:prstGeom prst="rect">
            <a:avLst/>
          </a:prstGeom>
          <a:solidFill>
            <a:srgbClr val="FFFFFF"/>
          </a:solidFill>
          <a:ln/>
        </p:spPr>
      </p:sp>
      <p:sp>
        <p:nvSpPr>
          <p:cNvPr id="29" name="Shape 27"/>
          <p:cNvSpPr/>
          <p:nvPr/>
        </p:nvSpPr>
        <p:spPr>
          <a:xfrm>
            <a:off x="123825" y="1138238"/>
            <a:ext cx="3481388" cy="190500"/>
          </a:xfrm>
          <a:prstGeom prst="rect">
            <a:avLst/>
          </a:prstGeom>
          <a:solidFill>
            <a:srgbClr val="FFFFFF"/>
          </a:solidFill>
          <a:ln/>
        </p:spPr>
      </p:sp>
      <p:sp>
        <p:nvSpPr>
          <p:cNvPr id="30" name="Shape 28"/>
          <p:cNvSpPr/>
          <p:nvPr/>
        </p:nvSpPr>
        <p:spPr>
          <a:xfrm>
            <a:off x="123825" y="1557338"/>
            <a:ext cx="3105150" cy="166688"/>
          </a:xfrm>
          <a:prstGeom prst="rect">
            <a:avLst/>
          </a:prstGeom>
          <a:solidFill>
            <a:srgbClr val="FFFFFF"/>
          </a:solidFill>
          <a:ln/>
        </p:spPr>
      </p:sp>
      <p:sp>
        <p:nvSpPr>
          <p:cNvPr id="31" name="Shape 29"/>
          <p:cNvSpPr/>
          <p:nvPr/>
        </p:nvSpPr>
        <p:spPr>
          <a:xfrm>
            <a:off x="123825" y="1952625"/>
            <a:ext cx="2724150" cy="142875"/>
          </a:xfrm>
          <a:prstGeom prst="rect">
            <a:avLst/>
          </a:prstGeom>
          <a:solidFill>
            <a:srgbClr val="FFFFFF"/>
          </a:solidFill>
          <a:ln/>
        </p:spPr>
      </p:sp>
      <p:sp>
        <p:nvSpPr>
          <p:cNvPr id="32" name="Shape 30"/>
          <p:cNvSpPr/>
          <p:nvPr/>
        </p:nvSpPr>
        <p:spPr>
          <a:xfrm>
            <a:off x="123825" y="2324100"/>
            <a:ext cx="2347913" cy="119063"/>
          </a:xfrm>
          <a:prstGeom prst="rect">
            <a:avLst/>
          </a:prstGeom>
          <a:solidFill>
            <a:srgbClr val="FFFFFF"/>
          </a:solidFill>
          <a:ln/>
        </p:spPr>
      </p:sp>
      <p:sp>
        <p:nvSpPr>
          <p:cNvPr id="33" name="Shape 31"/>
          <p:cNvSpPr/>
          <p:nvPr/>
        </p:nvSpPr>
        <p:spPr>
          <a:xfrm>
            <a:off x="123825" y="2671763"/>
            <a:ext cx="1971675" cy="95250"/>
          </a:xfrm>
          <a:prstGeom prst="rect">
            <a:avLst/>
          </a:prstGeom>
          <a:solidFill>
            <a:srgbClr val="FFFFFF"/>
          </a:solidFill>
          <a:ln/>
        </p:spPr>
      </p:sp>
      <p:sp>
        <p:nvSpPr>
          <p:cNvPr id="34" name="Shape 32"/>
          <p:cNvSpPr/>
          <p:nvPr/>
        </p:nvSpPr>
        <p:spPr>
          <a:xfrm>
            <a:off x="123825" y="2995613"/>
            <a:ext cx="1781175" cy="80963"/>
          </a:xfrm>
          <a:prstGeom prst="rect">
            <a:avLst/>
          </a:prstGeom>
          <a:solidFill>
            <a:srgbClr val="FFFFFF"/>
          </a:solidFill>
          <a:ln/>
        </p:spPr>
      </p:sp>
      <p:sp>
        <p:nvSpPr>
          <p:cNvPr id="35" name="Shape 33"/>
          <p:cNvSpPr/>
          <p:nvPr/>
        </p:nvSpPr>
        <p:spPr>
          <a:xfrm>
            <a:off x="123825" y="3305175"/>
            <a:ext cx="1590675" cy="71438"/>
          </a:xfrm>
          <a:prstGeom prst="rect">
            <a:avLst/>
          </a:prstGeom>
          <a:solidFill>
            <a:srgbClr val="FFFFFF"/>
          </a:solidFill>
          <a:ln/>
        </p:spPr>
      </p:sp>
      <p:sp>
        <p:nvSpPr>
          <p:cNvPr id="36" name="Shape 34"/>
          <p:cNvSpPr/>
          <p:nvPr/>
        </p:nvSpPr>
        <p:spPr>
          <a:xfrm>
            <a:off x="123825" y="3305175"/>
            <a:ext cx="304800" cy="71438"/>
          </a:xfrm>
          <a:prstGeom prst="rect">
            <a:avLst/>
          </a:prstGeom>
          <a:solidFill>
            <a:srgbClr val="FFFFFF"/>
          </a:solidFill>
          <a:ln/>
        </p:spPr>
      </p:sp>
      <p:sp>
        <p:nvSpPr>
          <p:cNvPr id="37" name="Shape 35"/>
          <p:cNvSpPr/>
          <p:nvPr/>
        </p:nvSpPr>
        <p:spPr>
          <a:xfrm>
            <a:off x="123825" y="3000375"/>
            <a:ext cx="304800" cy="71438"/>
          </a:xfrm>
          <a:prstGeom prst="rect">
            <a:avLst/>
          </a:prstGeom>
          <a:solidFill>
            <a:srgbClr val="FFFFFF"/>
          </a:solidFill>
          <a:ln/>
        </p:spPr>
      </p:sp>
      <p:sp>
        <p:nvSpPr>
          <p:cNvPr id="38" name="Shape 36"/>
          <p:cNvSpPr/>
          <p:nvPr/>
        </p:nvSpPr>
        <p:spPr>
          <a:xfrm>
            <a:off x="123825" y="2683669"/>
            <a:ext cx="304800" cy="71438"/>
          </a:xfrm>
          <a:prstGeom prst="rect">
            <a:avLst/>
          </a:prstGeom>
          <a:solidFill>
            <a:srgbClr val="FFFFFF"/>
          </a:solidFill>
          <a:ln/>
        </p:spPr>
      </p:sp>
      <p:sp>
        <p:nvSpPr>
          <p:cNvPr id="39" name="Shape 37"/>
          <p:cNvSpPr/>
          <p:nvPr/>
        </p:nvSpPr>
        <p:spPr>
          <a:xfrm>
            <a:off x="123825" y="2347913"/>
            <a:ext cx="304800" cy="71438"/>
          </a:xfrm>
          <a:prstGeom prst="rect">
            <a:avLst/>
          </a:prstGeom>
          <a:solidFill>
            <a:srgbClr val="FFFFFF"/>
          </a:solidFill>
          <a:ln/>
        </p:spPr>
      </p:sp>
      <p:sp>
        <p:nvSpPr>
          <p:cNvPr id="40" name="Shape 38"/>
          <p:cNvSpPr/>
          <p:nvPr/>
        </p:nvSpPr>
        <p:spPr>
          <a:xfrm>
            <a:off x="123825" y="1988344"/>
            <a:ext cx="304800" cy="71438"/>
          </a:xfrm>
          <a:prstGeom prst="rect">
            <a:avLst/>
          </a:prstGeom>
          <a:solidFill>
            <a:srgbClr val="FFFFFF"/>
          </a:solidFill>
          <a:ln/>
        </p:spPr>
      </p:sp>
      <p:sp>
        <p:nvSpPr>
          <p:cNvPr id="41" name="Shape 39"/>
          <p:cNvSpPr/>
          <p:nvPr/>
        </p:nvSpPr>
        <p:spPr>
          <a:xfrm>
            <a:off x="123825" y="1604963"/>
            <a:ext cx="304800" cy="71438"/>
          </a:xfrm>
          <a:prstGeom prst="rect">
            <a:avLst/>
          </a:prstGeom>
          <a:solidFill>
            <a:srgbClr val="FFFFFF"/>
          </a:solidFill>
          <a:ln/>
        </p:spPr>
      </p:sp>
      <p:sp>
        <p:nvSpPr>
          <p:cNvPr id="42" name="Shape 40"/>
          <p:cNvSpPr/>
          <p:nvPr/>
        </p:nvSpPr>
        <p:spPr>
          <a:xfrm>
            <a:off x="123825" y="1197769"/>
            <a:ext cx="304800" cy="71438"/>
          </a:xfrm>
          <a:prstGeom prst="rect">
            <a:avLst/>
          </a:prstGeom>
          <a:solidFill>
            <a:srgbClr val="FFFFFF"/>
          </a:solidFill>
          <a:ln/>
        </p:spPr>
      </p:sp>
      <p:sp>
        <p:nvSpPr>
          <p:cNvPr id="43" name="Shape 41"/>
          <p:cNvSpPr/>
          <p:nvPr/>
        </p:nvSpPr>
        <p:spPr>
          <a:xfrm>
            <a:off x="123825" y="750094"/>
            <a:ext cx="304800" cy="71438"/>
          </a:xfrm>
          <a:prstGeom prst="rect">
            <a:avLst/>
          </a:prstGeom>
          <a:solidFill>
            <a:srgbClr val="FFFFFF"/>
          </a:solidFill>
          <a:ln/>
        </p:spPr>
      </p:sp>
      <p:sp>
        <p:nvSpPr>
          <p:cNvPr id="44" name="Text 42"/>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45" name="Text 43"/>
          <p:cNvSpPr/>
          <p:nvPr/>
        </p:nvSpPr>
        <p:spPr>
          <a:xfrm>
            <a:off x="381000" y="3957638"/>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Typography </a:t>
            </a:r>
            <a:endParaRPr lang="en-US" sz="1500" dirty="0"/>
          </a:p>
        </p:txBody>
      </p:sp>
      <p:sp>
        <p:nvSpPr>
          <p:cNvPr id="46" name="Text 44"/>
          <p:cNvSpPr/>
          <p:nvPr/>
        </p:nvSpPr>
        <p:spPr>
          <a:xfrm>
            <a:off x="3800475" y="4905375"/>
            <a:ext cx="9048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Typography</a:t>
            </a:r>
            <a:endParaRPr lang="en-US" sz="669" dirty="0"/>
          </a:p>
        </p:txBody>
      </p:sp>
      <p:sp>
        <p:nvSpPr>
          <p:cNvPr id="47" name="Text 45"/>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12</a:t>
            </a:r>
            <a:endParaRPr lang="en-US" sz="669" dirty="0"/>
          </a:p>
        </p:txBody>
      </p:sp>
      <p:sp>
        <p:nvSpPr>
          <p:cNvPr id="48" name="Text 46"/>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49" name="Text 47"/>
          <p:cNvSpPr/>
          <p:nvPr/>
        </p:nvSpPr>
        <p:spPr>
          <a:xfrm>
            <a:off x="7319963" y="3305175"/>
            <a:ext cx="1443038" cy="71438"/>
          </a:xfrm>
          <a:prstGeom prst="rect">
            <a:avLst/>
          </a:prstGeom>
          <a:noFill/>
          <a:ln/>
        </p:spPr>
        <p:txBody>
          <a:bodyPr wrap="square" rtlCol="0" anchor="ctr"/>
          <a:lstStyle/>
          <a:p>
            <a:pPr algn="l" indent="0" marL="0">
              <a:lnSpc>
                <a:spcPts val="558"/>
              </a:lnSpc>
              <a:buNone/>
            </a:pPr>
            <a:r>
              <a:rPr lang="en-US" sz="450"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450" dirty="0"/>
          </a:p>
        </p:txBody>
      </p:sp>
      <p:sp>
        <p:nvSpPr>
          <p:cNvPr id="50" name="Text 48"/>
          <p:cNvSpPr/>
          <p:nvPr/>
        </p:nvSpPr>
        <p:spPr>
          <a:xfrm>
            <a:off x="8634413" y="3305175"/>
            <a:ext cx="585788"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12px</a:t>
            </a:r>
            <a:endParaRPr lang="en-US" sz="450" dirty="0"/>
          </a:p>
        </p:txBody>
      </p:sp>
      <p:sp>
        <p:nvSpPr>
          <p:cNvPr id="51" name="Text 49"/>
          <p:cNvSpPr/>
          <p:nvPr/>
        </p:nvSpPr>
        <p:spPr>
          <a:xfrm>
            <a:off x="7158038" y="2995613"/>
            <a:ext cx="1604963" cy="80963"/>
          </a:xfrm>
          <a:prstGeom prst="rect">
            <a:avLst/>
          </a:prstGeom>
          <a:noFill/>
          <a:ln/>
        </p:spPr>
        <p:txBody>
          <a:bodyPr wrap="square" rtlCol="0" anchor="ctr"/>
          <a:lstStyle/>
          <a:p>
            <a:pPr algn="l" indent="0" marL="0">
              <a:lnSpc>
                <a:spcPts val="651"/>
              </a:lnSpc>
              <a:buNone/>
            </a:pPr>
            <a:r>
              <a:rPr lang="en-US" sz="525"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525" dirty="0"/>
          </a:p>
        </p:txBody>
      </p:sp>
      <p:sp>
        <p:nvSpPr>
          <p:cNvPr id="52" name="Text 50"/>
          <p:cNvSpPr/>
          <p:nvPr/>
        </p:nvSpPr>
        <p:spPr>
          <a:xfrm>
            <a:off x="8634413" y="3000375"/>
            <a:ext cx="585788"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14px</a:t>
            </a:r>
            <a:endParaRPr lang="en-US" sz="450" dirty="0"/>
          </a:p>
        </p:txBody>
      </p:sp>
      <p:sp>
        <p:nvSpPr>
          <p:cNvPr id="53" name="Text 51"/>
          <p:cNvSpPr/>
          <p:nvPr/>
        </p:nvSpPr>
        <p:spPr>
          <a:xfrm>
            <a:off x="6996113" y="2671763"/>
            <a:ext cx="1766888" cy="95250"/>
          </a:xfrm>
          <a:prstGeom prst="rect">
            <a:avLst/>
          </a:prstGeom>
          <a:noFill/>
          <a:ln/>
        </p:spPr>
        <p:txBody>
          <a:bodyPr wrap="square" rtlCol="0" anchor="ctr"/>
          <a:lstStyle/>
          <a:p>
            <a:pPr algn="l" indent="0" marL="0">
              <a:lnSpc>
                <a:spcPts val="744"/>
              </a:lnSpc>
              <a:buNone/>
            </a:pPr>
            <a:r>
              <a:rPr lang="en-US" sz="600"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600" dirty="0"/>
          </a:p>
        </p:txBody>
      </p:sp>
      <p:sp>
        <p:nvSpPr>
          <p:cNvPr id="54" name="Text 52"/>
          <p:cNvSpPr/>
          <p:nvPr/>
        </p:nvSpPr>
        <p:spPr>
          <a:xfrm>
            <a:off x="8634413" y="2683669"/>
            <a:ext cx="585788"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16px</a:t>
            </a:r>
            <a:endParaRPr lang="en-US" sz="450" dirty="0"/>
          </a:p>
        </p:txBody>
      </p:sp>
      <p:sp>
        <p:nvSpPr>
          <p:cNvPr id="55" name="Text 53"/>
          <p:cNvSpPr/>
          <p:nvPr/>
        </p:nvSpPr>
        <p:spPr>
          <a:xfrm>
            <a:off x="6667500" y="2324100"/>
            <a:ext cx="2095500" cy="119063"/>
          </a:xfrm>
          <a:prstGeom prst="rect">
            <a:avLst/>
          </a:prstGeom>
          <a:noFill/>
          <a:ln/>
        </p:spPr>
        <p:txBody>
          <a:bodyPr wrap="square" rtlCol="0" anchor="ctr"/>
          <a:lstStyle/>
          <a:p>
            <a:pPr algn="l" indent="0" marL="0">
              <a:lnSpc>
                <a:spcPts val="930"/>
              </a:lnSpc>
              <a:buNone/>
            </a:pPr>
            <a:r>
              <a:rPr lang="en-US" sz="750"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750" dirty="0"/>
          </a:p>
        </p:txBody>
      </p:sp>
      <p:sp>
        <p:nvSpPr>
          <p:cNvPr id="56" name="Text 54"/>
          <p:cNvSpPr/>
          <p:nvPr/>
        </p:nvSpPr>
        <p:spPr>
          <a:xfrm>
            <a:off x="8624888" y="2347913"/>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20px</a:t>
            </a:r>
            <a:endParaRPr lang="en-US" sz="450" dirty="0"/>
          </a:p>
        </p:txBody>
      </p:sp>
      <p:sp>
        <p:nvSpPr>
          <p:cNvPr id="57" name="Text 55"/>
          <p:cNvSpPr/>
          <p:nvPr/>
        </p:nvSpPr>
        <p:spPr>
          <a:xfrm>
            <a:off x="6338888" y="1952625"/>
            <a:ext cx="2424113" cy="142875"/>
          </a:xfrm>
          <a:prstGeom prst="rect">
            <a:avLst/>
          </a:prstGeom>
          <a:noFill/>
          <a:ln/>
        </p:spPr>
        <p:txBody>
          <a:bodyPr wrap="square" rtlCol="0" anchor="ctr"/>
          <a:lstStyle/>
          <a:p>
            <a:pPr algn="l" indent="0" marL="0">
              <a:lnSpc>
                <a:spcPts val="1116"/>
              </a:lnSpc>
              <a:buNone/>
            </a:pPr>
            <a:r>
              <a:rPr lang="en-US" sz="900"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900" dirty="0"/>
          </a:p>
        </p:txBody>
      </p:sp>
      <p:sp>
        <p:nvSpPr>
          <p:cNvPr id="58" name="Text 56"/>
          <p:cNvSpPr/>
          <p:nvPr/>
        </p:nvSpPr>
        <p:spPr>
          <a:xfrm>
            <a:off x="8624888" y="1988344"/>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24px</a:t>
            </a:r>
            <a:endParaRPr lang="en-US" sz="450" dirty="0"/>
          </a:p>
        </p:txBody>
      </p:sp>
      <p:sp>
        <p:nvSpPr>
          <p:cNvPr id="59" name="Text 57"/>
          <p:cNvSpPr/>
          <p:nvPr/>
        </p:nvSpPr>
        <p:spPr>
          <a:xfrm>
            <a:off x="6015038" y="1557338"/>
            <a:ext cx="2747963" cy="166688"/>
          </a:xfrm>
          <a:prstGeom prst="rect">
            <a:avLst/>
          </a:prstGeom>
          <a:noFill/>
          <a:ln/>
        </p:spPr>
        <p:txBody>
          <a:bodyPr wrap="square" rtlCol="0" anchor="ctr"/>
          <a:lstStyle/>
          <a:p>
            <a:pPr algn="l" indent="0" marL="0">
              <a:lnSpc>
                <a:spcPts val="1302"/>
              </a:lnSpc>
              <a:buNone/>
            </a:pPr>
            <a:r>
              <a:rPr lang="en-US" sz="1050"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1050" dirty="0"/>
          </a:p>
        </p:txBody>
      </p:sp>
      <p:sp>
        <p:nvSpPr>
          <p:cNvPr id="60" name="Text 58"/>
          <p:cNvSpPr/>
          <p:nvPr/>
        </p:nvSpPr>
        <p:spPr>
          <a:xfrm>
            <a:off x="8624888" y="1604963"/>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28px</a:t>
            </a:r>
            <a:endParaRPr lang="en-US" sz="450" dirty="0"/>
          </a:p>
        </p:txBody>
      </p:sp>
      <p:sp>
        <p:nvSpPr>
          <p:cNvPr id="61" name="Text 59"/>
          <p:cNvSpPr/>
          <p:nvPr/>
        </p:nvSpPr>
        <p:spPr>
          <a:xfrm>
            <a:off x="5686425" y="1138238"/>
            <a:ext cx="3076575" cy="190500"/>
          </a:xfrm>
          <a:prstGeom prst="rect">
            <a:avLst/>
          </a:prstGeom>
          <a:noFill/>
          <a:ln/>
        </p:spPr>
        <p:txBody>
          <a:bodyPr wrap="square" rtlCol="0" anchor="ctr"/>
          <a:lstStyle/>
          <a:p>
            <a:pPr algn="l" indent="0" marL="0">
              <a:lnSpc>
                <a:spcPts val="1488"/>
              </a:lnSpc>
              <a:buNone/>
            </a:pPr>
            <a:r>
              <a:rPr lang="en-US" sz="1200"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1200" dirty="0"/>
          </a:p>
        </p:txBody>
      </p:sp>
      <p:sp>
        <p:nvSpPr>
          <p:cNvPr id="62" name="Text 60"/>
          <p:cNvSpPr/>
          <p:nvPr/>
        </p:nvSpPr>
        <p:spPr>
          <a:xfrm>
            <a:off x="8624888" y="1197769"/>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32px</a:t>
            </a:r>
            <a:endParaRPr lang="en-US" sz="450" dirty="0"/>
          </a:p>
        </p:txBody>
      </p:sp>
      <p:sp>
        <p:nvSpPr>
          <p:cNvPr id="63" name="Text 61"/>
          <p:cNvSpPr/>
          <p:nvPr/>
        </p:nvSpPr>
        <p:spPr>
          <a:xfrm>
            <a:off x="4867275" y="661988"/>
            <a:ext cx="3895725" cy="247650"/>
          </a:xfrm>
          <a:prstGeom prst="rect">
            <a:avLst/>
          </a:prstGeom>
          <a:noFill/>
          <a:ln/>
        </p:spPr>
        <p:txBody>
          <a:bodyPr wrap="square" rtlCol="0" anchor="ctr"/>
          <a:lstStyle/>
          <a:p>
            <a:pPr algn="l" indent="0" marL="0">
              <a:lnSpc>
                <a:spcPts val="1953"/>
              </a:lnSpc>
              <a:buNone/>
            </a:pPr>
            <a:r>
              <a:rPr lang="en-US" sz="1575" dirty="0">
                <a:solidFill>
                  <a:srgbClr val="000000">
                    <a:alpha val="99000"/>
                  </a:srgbClr>
                </a:solidFill>
                <a:latin typeface="IBM Plex Sans" pitchFamily="34" charset="0"/>
                <a:ea typeface="IBM Plex Sans" pitchFamily="34" charset="-122"/>
                <a:cs typeface="IBM Plex Sans" pitchFamily="34" charset="-120"/>
              </a:rPr>
              <a:t>لقد تم توليد هذا النص من مولد النص العربى</a:t>
            </a:r>
            <a:endParaRPr lang="en-US" sz="1575" dirty="0"/>
          </a:p>
        </p:txBody>
      </p:sp>
      <p:sp>
        <p:nvSpPr>
          <p:cNvPr id="64" name="Text 62"/>
          <p:cNvSpPr/>
          <p:nvPr/>
        </p:nvSpPr>
        <p:spPr>
          <a:xfrm>
            <a:off x="8624888" y="750094"/>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42px</a:t>
            </a:r>
            <a:endParaRPr lang="en-US" sz="450" dirty="0"/>
          </a:p>
        </p:txBody>
      </p:sp>
      <p:sp>
        <p:nvSpPr>
          <p:cNvPr id="65" name="Text 63"/>
          <p:cNvSpPr/>
          <p:nvPr/>
        </p:nvSpPr>
        <p:spPr>
          <a:xfrm>
            <a:off x="7539037" y="361950"/>
            <a:ext cx="847725"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Base Value: 12</a:t>
            </a:r>
            <a:endParaRPr lang="en-US" sz="450" dirty="0"/>
          </a:p>
        </p:txBody>
      </p:sp>
      <p:sp>
        <p:nvSpPr>
          <p:cNvPr id="66" name="Text 64"/>
          <p:cNvSpPr/>
          <p:nvPr/>
        </p:nvSpPr>
        <p:spPr>
          <a:xfrm>
            <a:off x="7986713" y="361950"/>
            <a:ext cx="747712"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Scale: 1.25</a:t>
            </a:r>
            <a:endParaRPr lang="en-US" sz="450" dirty="0"/>
          </a:p>
        </p:txBody>
      </p:sp>
      <p:sp>
        <p:nvSpPr>
          <p:cNvPr id="67" name="Text 65"/>
          <p:cNvSpPr/>
          <p:nvPr/>
        </p:nvSpPr>
        <p:spPr>
          <a:xfrm>
            <a:off x="8334375" y="361950"/>
            <a:ext cx="885825"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Line height: 124</a:t>
            </a:r>
            <a:endParaRPr lang="en-US" sz="450" dirty="0"/>
          </a:p>
        </p:txBody>
      </p:sp>
      <p:sp>
        <p:nvSpPr>
          <p:cNvPr id="68" name="Text 66"/>
          <p:cNvSpPr/>
          <p:nvPr/>
        </p:nvSpPr>
        <p:spPr>
          <a:xfrm>
            <a:off x="581025" y="3305175"/>
            <a:ext cx="1590675" cy="71438"/>
          </a:xfrm>
          <a:prstGeom prst="rect">
            <a:avLst/>
          </a:prstGeom>
          <a:noFill/>
          <a:ln/>
        </p:spPr>
        <p:txBody>
          <a:bodyPr wrap="square" rtlCol="0" anchor="ctr"/>
          <a:lstStyle/>
          <a:p>
            <a:pPr algn="l" indent="0" marL="0">
              <a:lnSpc>
                <a:spcPts val="558"/>
              </a:lnSpc>
              <a:buNone/>
            </a:pPr>
            <a:r>
              <a:rPr lang="en-US" sz="450"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450" dirty="0"/>
          </a:p>
        </p:txBody>
      </p:sp>
      <p:sp>
        <p:nvSpPr>
          <p:cNvPr id="69" name="Text 67"/>
          <p:cNvSpPr/>
          <p:nvPr/>
        </p:nvSpPr>
        <p:spPr>
          <a:xfrm>
            <a:off x="300038" y="3305175"/>
            <a:ext cx="585788"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12px</a:t>
            </a:r>
            <a:endParaRPr lang="en-US" sz="450" dirty="0"/>
          </a:p>
        </p:txBody>
      </p:sp>
      <p:sp>
        <p:nvSpPr>
          <p:cNvPr id="70" name="Text 68"/>
          <p:cNvSpPr/>
          <p:nvPr/>
        </p:nvSpPr>
        <p:spPr>
          <a:xfrm>
            <a:off x="581025" y="2995613"/>
            <a:ext cx="1781175" cy="80963"/>
          </a:xfrm>
          <a:prstGeom prst="rect">
            <a:avLst/>
          </a:prstGeom>
          <a:noFill/>
          <a:ln/>
        </p:spPr>
        <p:txBody>
          <a:bodyPr wrap="square" rtlCol="0" anchor="ctr"/>
          <a:lstStyle/>
          <a:p>
            <a:pPr algn="l" indent="0" marL="0">
              <a:lnSpc>
                <a:spcPts val="651"/>
              </a:lnSpc>
              <a:buNone/>
            </a:pPr>
            <a:r>
              <a:rPr lang="en-US" sz="525"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525" dirty="0"/>
          </a:p>
        </p:txBody>
      </p:sp>
      <p:sp>
        <p:nvSpPr>
          <p:cNvPr id="71" name="Text 69"/>
          <p:cNvSpPr/>
          <p:nvPr/>
        </p:nvSpPr>
        <p:spPr>
          <a:xfrm>
            <a:off x="300038" y="3000375"/>
            <a:ext cx="585788"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14px</a:t>
            </a:r>
            <a:endParaRPr lang="en-US" sz="450" dirty="0"/>
          </a:p>
        </p:txBody>
      </p:sp>
      <p:sp>
        <p:nvSpPr>
          <p:cNvPr id="72" name="Text 70"/>
          <p:cNvSpPr/>
          <p:nvPr/>
        </p:nvSpPr>
        <p:spPr>
          <a:xfrm>
            <a:off x="581025" y="2671763"/>
            <a:ext cx="1971675" cy="95250"/>
          </a:xfrm>
          <a:prstGeom prst="rect">
            <a:avLst/>
          </a:prstGeom>
          <a:noFill/>
          <a:ln/>
        </p:spPr>
        <p:txBody>
          <a:bodyPr wrap="square" rtlCol="0" anchor="ctr"/>
          <a:lstStyle/>
          <a:p>
            <a:pPr algn="l" indent="0" marL="0">
              <a:lnSpc>
                <a:spcPts val="744"/>
              </a:lnSpc>
              <a:buNone/>
            </a:pPr>
            <a:r>
              <a:rPr lang="en-US" sz="600"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600" dirty="0"/>
          </a:p>
        </p:txBody>
      </p:sp>
      <p:sp>
        <p:nvSpPr>
          <p:cNvPr id="73" name="Text 71"/>
          <p:cNvSpPr/>
          <p:nvPr/>
        </p:nvSpPr>
        <p:spPr>
          <a:xfrm>
            <a:off x="300038" y="2683669"/>
            <a:ext cx="585788"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16px</a:t>
            </a:r>
            <a:endParaRPr lang="en-US" sz="450" dirty="0"/>
          </a:p>
        </p:txBody>
      </p:sp>
      <p:sp>
        <p:nvSpPr>
          <p:cNvPr id="74" name="Text 72"/>
          <p:cNvSpPr/>
          <p:nvPr/>
        </p:nvSpPr>
        <p:spPr>
          <a:xfrm>
            <a:off x="581025" y="2324100"/>
            <a:ext cx="2347913" cy="119063"/>
          </a:xfrm>
          <a:prstGeom prst="rect">
            <a:avLst/>
          </a:prstGeom>
          <a:noFill/>
          <a:ln/>
        </p:spPr>
        <p:txBody>
          <a:bodyPr wrap="square" rtlCol="0" anchor="ctr"/>
          <a:lstStyle/>
          <a:p>
            <a:pPr algn="l" indent="0" marL="0">
              <a:lnSpc>
                <a:spcPts val="930"/>
              </a:lnSpc>
              <a:buNone/>
            </a:pPr>
            <a:r>
              <a:rPr lang="en-US" sz="750"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750" dirty="0"/>
          </a:p>
        </p:txBody>
      </p:sp>
      <p:sp>
        <p:nvSpPr>
          <p:cNvPr id="75" name="Text 73"/>
          <p:cNvSpPr/>
          <p:nvPr/>
        </p:nvSpPr>
        <p:spPr>
          <a:xfrm>
            <a:off x="290513" y="2347913"/>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20px</a:t>
            </a:r>
            <a:endParaRPr lang="en-US" sz="450" dirty="0"/>
          </a:p>
        </p:txBody>
      </p:sp>
      <p:sp>
        <p:nvSpPr>
          <p:cNvPr id="76" name="Text 74"/>
          <p:cNvSpPr/>
          <p:nvPr/>
        </p:nvSpPr>
        <p:spPr>
          <a:xfrm>
            <a:off x="581025" y="1952625"/>
            <a:ext cx="2724150" cy="142875"/>
          </a:xfrm>
          <a:prstGeom prst="rect">
            <a:avLst/>
          </a:prstGeom>
          <a:noFill/>
          <a:ln/>
        </p:spPr>
        <p:txBody>
          <a:bodyPr wrap="square" rtlCol="0" anchor="ctr"/>
          <a:lstStyle/>
          <a:p>
            <a:pPr algn="l" indent="0" marL="0">
              <a:lnSpc>
                <a:spcPts val="1116"/>
              </a:lnSpc>
              <a:buNone/>
            </a:pPr>
            <a:r>
              <a:rPr lang="en-US" sz="900"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900" dirty="0"/>
          </a:p>
        </p:txBody>
      </p:sp>
      <p:sp>
        <p:nvSpPr>
          <p:cNvPr id="77" name="Text 75"/>
          <p:cNvSpPr/>
          <p:nvPr/>
        </p:nvSpPr>
        <p:spPr>
          <a:xfrm>
            <a:off x="290513" y="1988344"/>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24px</a:t>
            </a:r>
            <a:endParaRPr lang="en-US" sz="450" dirty="0"/>
          </a:p>
        </p:txBody>
      </p:sp>
      <p:sp>
        <p:nvSpPr>
          <p:cNvPr id="78" name="Text 76"/>
          <p:cNvSpPr/>
          <p:nvPr/>
        </p:nvSpPr>
        <p:spPr>
          <a:xfrm>
            <a:off x="581025" y="1557338"/>
            <a:ext cx="3105150" cy="166688"/>
          </a:xfrm>
          <a:prstGeom prst="rect">
            <a:avLst/>
          </a:prstGeom>
          <a:noFill/>
          <a:ln/>
        </p:spPr>
        <p:txBody>
          <a:bodyPr wrap="square" rtlCol="0" anchor="ctr"/>
          <a:lstStyle/>
          <a:p>
            <a:pPr algn="l" indent="0" marL="0">
              <a:lnSpc>
                <a:spcPts val="1302"/>
              </a:lnSpc>
              <a:buNone/>
            </a:pPr>
            <a:r>
              <a:rPr lang="en-US" sz="1050"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1050" dirty="0"/>
          </a:p>
        </p:txBody>
      </p:sp>
      <p:sp>
        <p:nvSpPr>
          <p:cNvPr id="79" name="Text 77"/>
          <p:cNvSpPr/>
          <p:nvPr/>
        </p:nvSpPr>
        <p:spPr>
          <a:xfrm>
            <a:off x="290513" y="1604963"/>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28px</a:t>
            </a:r>
            <a:endParaRPr lang="en-US" sz="450" dirty="0"/>
          </a:p>
        </p:txBody>
      </p:sp>
      <p:sp>
        <p:nvSpPr>
          <p:cNvPr id="80" name="Text 78"/>
          <p:cNvSpPr/>
          <p:nvPr/>
        </p:nvSpPr>
        <p:spPr>
          <a:xfrm>
            <a:off x="581025" y="1138238"/>
            <a:ext cx="3481388" cy="190500"/>
          </a:xfrm>
          <a:prstGeom prst="rect">
            <a:avLst/>
          </a:prstGeom>
          <a:noFill/>
          <a:ln/>
        </p:spPr>
        <p:txBody>
          <a:bodyPr wrap="square" rtlCol="0" anchor="ctr"/>
          <a:lstStyle/>
          <a:p>
            <a:pPr algn="l" indent="0" marL="0">
              <a:lnSpc>
                <a:spcPts val="1488"/>
              </a:lnSpc>
              <a:buNone/>
            </a:pPr>
            <a:r>
              <a:rPr lang="en-US" sz="1200"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1200" dirty="0"/>
          </a:p>
        </p:txBody>
      </p:sp>
      <p:sp>
        <p:nvSpPr>
          <p:cNvPr id="81" name="Text 79"/>
          <p:cNvSpPr/>
          <p:nvPr/>
        </p:nvSpPr>
        <p:spPr>
          <a:xfrm>
            <a:off x="290513" y="1197769"/>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32px</a:t>
            </a:r>
            <a:endParaRPr lang="en-US" sz="450" dirty="0"/>
          </a:p>
        </p:txBody>
      </p:sp>
      <p:sp>
        <p:nvSpPr>
          <p:cNvPr id="82" name="Text 80"/>
          <p:cNvSpPr/>
          <p:nvPr/>
        </p:nvSpPr>
        <p:spPr>
          <a:xfrm>
            <a:off x="581025" y="661988"/>
            <a:ext cx="4424363" cy="247650"/>
          </a:xfrm>
          <a:prstGeom prst="rect">
            <a:avLst/>
          </a:prstGeom>
          <a:noFill/>
          <a:ln/>
        </p:spPr>
        <p:txBody>
          <a:bodyPr wrap="square" rtlCol="0" anchor="ctr"/>
          <a:lstStyle/>
          <a:p>
            <a:pPr algn="l" indent="0" marL="0">
              <a:lnSpc>
                <a:spcPts val="1953"/>
              </a:lnSpc>
              <a:buNone/>
            </a:pPr>
            <a:r>
              <a:rPr lang="en-US" sz="1575" dirty="0">
                <a:solidFill>
                  <a:srgbClr val="000000">
                    <a:alpha val="99000"/>
                  </a:srgbClr>
                </a:solidFill>
                <a:latin typeface="IBM Plex Sans" pitchFamily="34" charset="0"/>
                <a:ea typeface="IBM Plex Sans" pitchFamily="34" charset="-122"/>
                <a:cs typeface="IBM Plex Sans" pitchFamily="34" charset="-120"/>
              </a:rPr>
              <a:t>The quick brown fox jumps over the lazy dog</a:t>
            </a:r>
            <a:endParaRPr lang="en-US" sz="1575" dirty="0"/>
          </a:p>
        </p:txBody>
      </p:sp>
      <p:sp>
        <p:nvSpPr>
          <p:cNvPr id="83" name="Text 81"/>
          <p:cNvSpPr/>
          <p:nvPr/>
        </p:nvSpPr>
        <p:spPr>
          <a:xfrm>
            <a:off x="290513" y="750094"/>
            <a:ext cx="595313"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42px</a:t>
            </a:r>
            <a:endParaRPr lang="en-US" sz="450" dirty="0"/>
          </a:p>
        </p:txBody>
      </p:sp>
      <p:sp>
        <p:nvSpPr>
          <p:cNvPr id="84" name="Text 82"/>
          <p:cNvSpPr/>
          <p:nvPr/>
        </p:nvSpPr>
        <p:spPr>
          <a:xfrm>
            <a:off x="581025" y="361950"/>
            <a:ext cx="847725"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Base Value: 12</a:t>
            </a:r>
            <a:endParaRPr lang="en-US" sz="450" dirty="0"/>
          </a:p>
        </p:txBody>
      </p:sp>
      <p:sp>
        <p:nvSpPr>
          <p:cNvPr id="85" name="Text 83"/>
          <p:cNvSpPr/>
          <p:nvPr/>
        </p:nvSpPr>
        <p:spPr>
          <a:xfrm>
            <a:off x="1028700" y="361950"/>
            <a:ext cx="747712"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Scale: 1.25</a:t>
            </a:r>
            <a:endParaRPr lang="en-US" sz="450" dirty="0"/>
          </a:p>
        </p:txBody>
      </p:sp>
      <p:sp>
        <p:nvSpPr>
          <p:cNvPr id="86" name="Text 84"/>
          <p:cNvSpPr/>
          <p:nvPr/>
        </p:nvSpPr>
        <p:spPr>
          <a:xfrm>
            <a:off x="1376363" y="361950"/>
            <a:ext cx="885825" cy="71438"/>
          </a:xfrm>
          <a:prstGeom prst="rect">
            <a:avLst/>
          </a:prstGeom>
          <a:noFill/>
          <a:ln/>
        </p:spPr>
        <p:txBody>
          <a:bodyPr wrap="square" rtlCol="0" anchor="ctr"/>
          <a:lstStyle/>
          <a:p>
            <a:pPr algn="l" indent="0" marL="0">
              <a:lnSpc>
                <a:spcPts val="545"/>
              </a:lnSpc>
              <a:buNone/>
            </a:pPr>
            <a:r>
              <a:rPr lang="en-US" sz="450" dirty="0">
                <a:solidFill>
                  <a:srgbClr val="000000">
                    <a:alpha val="99000"/>
                  </a:srgbClr>
                </a:solidFill>
                <a:latin typeface="Inter" pitchFamily="34" charset="0"/>
                <a:ea typeface="Inter" pitchFamily="34" charset="-122"/>
                <a:cs typeface="Inter" pitchFamily="34" charset="-120"/>
              </a:rPr>
              <a:t>Line height: 124</a:t>
            </a:r>
            <a:endParaRPr lang="en-US" sz="450" dirty="0"/>
          </a:p>
        </p:txBody>
      </p:sp>
      <p:sp>
        <p:nvSpPr>
          <p:cNvPr id="87" name="Text 85"/>
          <p:cNvSpPr/>
          <p:nvPr/>
        </p:nvSpPr>
        <p:spPr>
          <a:xfrm>
            <a:off x="3743325" y="3971925"/>
            <a:ext cx="5329238" cy="666750"/>
          </a:xfrm>
          <a:prstGeom prst="rect">
            <a:avLst/>
          </a:prstGeom>
          <a:noFill/>
          <a:ln/>
        </p:spPr>
        <p:txBody>
          <a:bodyPr wrap="square" rtlCol="0" anchor="ctr"/>
          <a:lstStyle/>
          <a:p>
            <a:pPr algn="l" marL="342900" indent="-342900">
              <a:lnSpc>
                <a:spcPts val="1296"/>
              </a:lnSpc>
              <a:buSzPct val="100000"/>
              <a:buChar char="•"/>
            </a:pPr>
            <a:r>
              <a:rPr lang="en-US" sz="675" dirty="0">
                <a:solidFill>
                  <a:srgbClr val="111111">
                    <a:alpha val="99000"/>
                  </a:srgbClr>
                </a:solidFill>
                <a:latin typeface="Inter" pitchFamily="34" charset="0"/>
                <a:ea typeface="Inter" pitchFamily="34" charset="-122"/>
                <a:cs typeface="Inter" pitchFamily="34" charset="-120"/>
              </a:rPr>
              <a:t>Our typography scale establishes a clear visual hierarchy that enhances readability and user experience across the product. Each text level—from display headlines to small labels—has been carefully defined to maintain consistency in spacing, rhythm, and accessibility. The scale adapts across mobile and desktop screens, ensuring a coherent and intuitive communication style throughout the brand.</a:t>
            </a:r>
            <a:endParaRPr lang="en-US" sz="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31D"/>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solidFill>
            <a:srgbClr val="FFFFFF"/>
          </a:solidFill>
          <a:ln w="11322">
            <a:solidFill>
              <a:srgbClr val="FFFFFF"/>
            </a:solidFill>
            <a:prstDash val="solid"/>
          </a:ln>
        </p:spPr>
      </p:sp>
      <p:sp>
        <p:nvSpPr>
          <p:cNvPr id="3" name="Shape 1"/>
          <p:cNvSpPr/>
          <p:nvPr/>
        </p:nvSpPr>
        <p:spPr>
          <a:xfrm rot="5400000">
            <a:off x="6188869" y="2574131"/>
            <a:ext cx="5148263" cy="0"/>
          </a:xfrm>
          <a:prstGeom prst="line">
            <a:avLst/>
          </a:prstGeom>
          <a:noFill/>
          <a:ln w="12700">
            <a:solidFill>
              <a:srgbClr val="A2A2A2"/>
            </a:solidFill>
            <a:prstDash val="solid"/>
          </a:ln>
        </p:spPr>
      </p:sp>
      <p:sp>
        <p:nvSpPr>
          <p:cNvPr id="4" name="Shape 2"/>
          <p:cNvSpPr/>
          <p:nvPr/>
        </p:nvSpPr>
        <p:spPr>
          <a:xfrm rot="-10800000">
            <a:off x="8763000" y="2509838"/>
            <a:ext cx="381000" cy="0"/>
          </a:xfrm>
          <a:prstGeom prst="line">
            <a:avLst/>
          </a:prstGeom>
          <a:noFill/>
          <a:ln w="12700">
            <a:solidFill>
              <a:srgbClr val="A2A2A2"/>
            </a:solidFill>
            <a:prstDash val="solid"/>
          </a:ln>
        </p:spPr>
      </p:sp>
      <p:sp>
        <p:nvSpPr>
          <p:cNvPr id="5" name="Shape 3"/>
          <p:cNvSpPr/>
          <p:nvPr/>
        </p:nvSpPr>
        <p:spPr>
          <a:xfrm rot="5400000">
            <a:off x="3829050" y="4967288"/>
            <a:ext cx="352425" cy="0"/>
          </a:xfrm>
          <a:prstGeom prst="line">
            <a:avLst/>
          </a:prstGeom>
          <a:solidFill>
            <a:srgbClr val="FFFFFF"/>
          </a:solidFill>
          <a:ln w="11322">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2847975" y="800100"/>
            <a:ext cx="3262313" cy="3262313"/>
          </a:xfrm>
          <a:prstGeom prst="rect">
            <a:avLst/>
          </a:prstGeom>
        </p:spPr>
      </p:pic>
      <p:sp>
        <p:nvSpPr>
          <p:cNvPr id="7" name="Text 4"/>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Kalamna Brand Guidelines</a:t>
            </a:r>
            <a:endParaRPr lang="en-US" sz="669" dirty="0"/>
          </a:p>
        </p:txBody>
      </p:sp>
      <p:sp>
        <p:nvSpPr>
          <p:cNvPr id="8" name="Text 5"/>
          <p:cNvSpPr/>
          <p:nvPr/>
        </p:nvSpPr>
        <p:spPr>
          <a:xfrm>
            <a:off x="4090987" y="4905375"/>
            <a:ext cx="1162050"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Chatbot Widget UI</a:t>
            </a:r>
            <a:endParaRPr lang="en-US" sz="669" dirty="0"/>
          </a:p>
        </p:txBody>
      </p:sp>
      <p:sp>
        <p:nvSpPr>
          <p:cNvPr id="9" name="Text 6"/>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13</a:t>
            </a:r>
            <a:endParaRPr lang="en-US" sz="669" dirty="0"/>
          </a:p>
        </p:txBody>
      </p:sp>
      <p:sp>
        <p:nvSpPr>
          <p:cNvPr id="10" name="Text 7"/>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FFFFFF">
                    <a:alpha val="99000"/>
                  </a:srgbClr>
                </a:solidFill>
                <a:latin typeface="IBM Plex Sans" pitchFamily="34" charset="0"/>
                <a:ea typeface="IBM Plex Sans" pitchFamily="34" charset="-122"/>
                <a:cs typeface="IBM Plex Sans" pitchFamily="34" charset="-120"/>
              </a:rPr>
              <a:t>2025</a:t>
            </a:r>
            <a:endParaRPr lang="en-US" sz="669"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709988"/>
            <a:ext cx="8763000" cy="0"/>
          </a:xfrm>
          <a:prstGeom prst="line">
            <a:avLst/>
          </a:prstGeom>
          <a:noFill/>
          <a:ln w="12700">
            <a:solidFill>
              <a:srgbClr val="000000"/>
            </a:solidFill>
            <a:prstDash val="solid"/>
          </a:ln>
        </p:spPr>
      </p:sp>
      <p:sp>
        <p:nvSpPr>
          <p:cNvPr id="4" name="Shape 2"/>
          <p:cNvSpPr/>
          <p:nvPr/>
        </p:nvSpPr>
        <p:spPr>
          <a:xfrm rot="5400000">
            <a:off x="2933700" y="4433888"/>
            <a:ext cx="1438275" cy="0"/>
          </a:xfrm>
          <a:prstGeom prst="line">
            <a:avLst/>
          </a:prstGeom>
          <a:noFill/>
          <a:ln w="12700">
            <a:solidFill>
              <a:srgbClr val="000000"/>
            </a:solidFill>
            <a:prstDash val="solid"/>
          </a:ln>
        </p:spPr>
      </p:sp>
      <p:sp>
        <p:nvSpPr>
          <p:cNvPr id="5" name="Shape 3"/>
          <p:cNvSpPr/>
          <p:nvPr/>
        </p:nvSpPr>
        <p:spPr>
          <a:xfrm rot="5400000">
            <a:off x="6188869" y="2574131"/>
            <a:ext cx="5148263" cy="0"/>
          </a:xfrm>
          <a:prstGeom prst="line">
            <a:avLst/>
          </a:prstGeom>
          <a:noFill/>
          <a:ln w="12700">
            <a:solidFill>
              <a:srgbClr val="A2A2A2"/>
            </a:solidFill>
            <a:prstDash val="solid"/>
          </a:ln>
        </p:spPr>
      </p:sp>
      <p:sp>
        <p:nvSpPr>
          <p:cNvPr id="6" name="Shape 4"/>
          <p:cNvSpPr/>
          <p:nvPr/>
        </p:nvSpPr>
        <p:spPr>
          <a:xfrm rot="-10800000">
            <a:off x="8763000" y="2509838"/>
            <a:ext cx="381000" cy="0"/>
          </a:xfrm>
          <a:prstGeom prst="line">
            <a:avLst/>
          </a:prstGeom>
          <a:noFill/>
          <a:ln w="12700">
            <a:solidFill>
              <a:srgbClr val="A2A2A2"/>
            </a:solidFill>
            <a:prstDash val="solid"/>
          </a:ln>
        </p:spPr>
      </p:sp>
      <p:sp>
        <p:nvSpPr>
          <p:cNvPr id="7" name="Shape 5"/>
          <p:cNvSpPr/>
          <p:nvPr/>
        </p:nvSpPr>
        <p:spPr>
          <a:xfrm>
            <a:off x="4257675" y="0"/>
            <a:ext cx="4510088" cy="3709988"/>
          </a:xfrm>
          <a:prstGeom prst="rect">
            <a:avLst/>
          </a:prstGeom>
          <a:solidFill>
            <a:srgbClr val="06131D"/>
          </a:solidFill>
          <a:ln/>
        </p:spPr>
      </p:sp>
      <p:sp>
        <p:nvSpPr>
          <p:cNvPr id="8" name="Shape 6"/>
          <p:cNvSpPr/>
          <p:nvPr/>
        </p:nvSpPr>
        <p:spPr>
          <a:xfrm>
            <a:off x="0" y="0"/>
            <a:ext cx="4248150" cy="3709988"/>
          </a:xfrm>
          <a:prstGeom prst="rect">
            <a:avLst/>
          </a:prstGeom>
          <a:solidFill>
            <a:srgbClr val="FAFAFA"/>
          </a:solidFill>
          <a:ln/>
        </p:spPr>
      </p:sp>
      <p:sp>
        <p:nvSpPr>
          <p:cNvPr id="9" name="Shape 7"/>
          <p:cNvSpPr/>
          <p:nvPr/>
        </p:nvSpPr>
        <p:spPr>
          <a:xfrm>
            <a:off x="533400" y="423863"/>
            <a:ext cx="2862263" cy="2862263"/>
          </a:xfrm>
          <a:prstGeom prst="roundRect">
            <a:avLst>
              <a:gd name="adj" fmla="val 107050"/>
            </a:avLst>
          </a:prstGeom>
          <a:noFill/>
          <a:ln w="17387">
            <a:solidFill>
              <a:srgbClr val="333333"/>
            </a:solidFill>
            <a:prstDash val="solid"/>
          </a:ln>
        </p:spPr>
      </p:sp>
      <p:pic>
        <p:nvPicPr>
          <p:cNvPr id="10" name="Image 0" descr="preencoded.png">    </p:cNvPr>
          <p:cNvPicPr>
            <a:picLocks noChangeAspect="1"/>
          </p:cNvPicPr>
          <p:nvPr/>
        </p:nvPicPr>
        <p:blipFill>
          <a:blip r:embed="rId1"/>
          <a:stretch>
            <a:fillRect/>
          </a:stretch>
        </p:blipFill>
        <p:spPr>
          <a:xfrm>
            <a:off x="5895975" y="1247775"/>
            <a:ext cx="1327052" cy="1327054"/>
          </a:xfrm>
          <a:prstGeom prst="rect">
            <a:avLst/>
          </a:prstGeom>
        </p:spPr>
      </p:pic>
      <p:pic>
        <p:nvPicPr>
          <p:cNvPr id="11" name="Image 1" descr="preencoded.png">    </p:cNvPr>
          <p:cNvPicPr>
            <a:picLocks noChangeAspect="1"/>
          </p:cNvPicPr>
          <p:nvPr/>
        </p:nvPicPr>
        <p:blipFill>
          <a:blip r:embed="rId2"/>
          <a:stretch>
            <a:fillRect/>
          </a:stretch>
        </p:blipFill>
        <p:spPr>
          <a:xfrm>
            <a:off x="1357313" y="1247775"/>
            <a:ext cx="1327052" cy="1327054"/>
          </a:xfrm>
          <a:prstGeom prst="rect">
            <a:avLst/>
          </a:prstGeom>
        </p:spPr>
      </p:pic>
      <p:sp>
        <p:nvSpPr>
          <p:cNvPr id="12" name="Text 8"/>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13" name="Text 9"/>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Chatbot Widget UI</a:t>
            </a:r>
            <a:endParaRPr lang="en-US" sz="1500" dirty="0"/>
          </a:p>
        </p:txBody>
      </p:sp>
      <p:sp>
        <p:nvSpPr>
          <p:cNvPr id="14" name="Text 10"/>
          <p:cNvSpPr/>
          <p:nvPr/>
        </p:nvSpPr>
        <p:spPr>
          <a:xfrm>
            <a:off x="3786188" y="3843338"/>
            <a:ext cx="5014913" cy="652463"/>
          </a:xfrm>
          <a:prstGeom prst="rect">
            <a:avLst/>
          </a:prstGeom>
          <a:noFill/>
          <a:ln/>
        </p:spPr>
        <p:txBody>
          <a:bodyPr wrap="square" rtlCol="0" anchor="ctr"/>
          <a:lstStyle/>
          <a:p>
            <a:pPr algn="l" indent="0" marL="0">
              <a:lnSpc>
                <a:spcPts val="999"/>
              </a:lnSpc>
              <a:buNone/>
            </a:pPr>
            <a:r>
              <a:rPr lang="en-US" sz="675" dirty="0">
                <a:solidFill>
                  <a:srgbClr val="111111">
                    <a:alpha val="99000"/>
                  </a:srgbClr>
                </a:solidFill>
                <a:latin typeface="Inter" pitchFamily="34" charset="0"/>
                <a:ea typeface="Inter" pitchFamily="34" charset="-122"/>
                <a:cs typeface="Inter" pitchFamily="34" charset="-120"/>
              </a:rPr>
              <a:t>Our chatbot widget is designed to adapt seamlessly to different accessibility and visual comfort preferences, offering both Light and Dark interface modes.</a:t>
            </a:r>
            <a:endParaRPr lang="en-US" sz="675" dirty="0"/>
          </a:p>
        </p:txBody>
      </p:sp>
      <p:sp>
        <p:nvSpPr>
          <p:cNvPr id="15" name="Text 11"/>
          <p:cNvSpPr/>
          <p:nvPr/>
        </p:nvSpPr>
        <p:spPr>
          <a:xfrm>
            <a:off x="3800475" y="4905375"/>
            <a:ext cx="1162050"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Chatbot Widget UI</a:t>
            </a:r>
            <a:endParaRPr lang="en-US" sz="669" dirty="0"/>
          </a:p>
        </p:txBody>
      </p:sp>
      <p:sp>
        <p:nvSpPr>
          <p:cNvPr id="16" name="Text 12"/>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14</a:t>
            </a:r>
            <a:endParaRPr lang="en-US" sz="669" dirty="0"/>
          </a:p>
        </p:txBody>
      </p:sp>
      <p:sp>
        <p:nvSpPr>
          <p:cNvPr id="17" name="Text 13"/>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10800000">
            <a:off x="-114300" y="4791075"/>
            <a:ext cx="9256558" cy="0"/>
          </a:xfrm>
          <a:prstGeom prst="line">
            <a:avLst/>
          </a:prstGeom>
          <a:noFill/>
          <a:ln w="11322">
            <a:solidFill>
              <a:srgbClr val="000000"/>
            </a:solidFill>
            <a:prstDash val="solid"/>
          </a:ln>
        </p:spPr>
      </p:sp>
      <p:sp>
        <p:nvSpPr>
          <p:cNvPr id="3" name="Shape 1"/>
          <p:cNvSpPr/>
          <p:nvPr/>
        </p:nvSpPr>
        <p:spPr>
          <a:xfrm rot="10800000">
            <a:off x="0" y="3709988"/>
            <a:ext cx="8763000" cy="0"/>
          </a:xfrm>
          <a:prstGeom prst="line">
            <a:avLst/>
          </a:prstGeom>
          <a:noFill/>
          <a:ln w="12700">
            <a:solidFill>
              <a:srgbClr val="000000"/>
            </a:solidFill>
            <a:prstDash val="solid"/>
          </a:ln>
        </p:spPr>
      </p:sp>
      <p:sp>
        <p:nvSpPr>
          <p:cNvPr id="4" name="Shape 2"/>
          <p:cNvSpPr/>
          <p:nvPr/>
        </p:nvSpPr>
        <p:spPr>
          <a:xfrm rot="5400000">
            <a:off x="2933700" y="4433888"/>
            <a:ext cx="1438275" cy="0"/>
          </a:xfrm>
          <a:prstGeom prst="line">
            <a:avLst/>
          </a:prstGeom>
          <a:noFill/>
          <a:ln w="12700">
            <a:solidFill>
              <a:srgbClr val="000000"/>
            </a:solidFill>
            <a:prstDash val="solid"/>
          </a:ln>
        </p:spPr>
      </p:sp>
      <p:sp>
        <p:nvSpPr>
          <p:cNvPr id="5" name="Shape 3"/>
          <p:cNvSpPr/>
          <p:nvPr/>
        </p:nvSpPr>
        <p:spPr>
          <a:xfrm rot="5400000">
            <a:off x="6188869" y="2574131"/>
            <a:ext cx="5148263" cy="0"/>
          </a:xfrm>
          <a:prstGeom prst="line">
            <a:avLst/>
          </a:prstGeom>
          <a:noFill/>
          <a:ln w="12700">
            <a:solidFill>
              <a:srgbClr val="A2A2A2"/>
            </a:solidFill>
            <a:prstDash val="solid"/>
          </a:ln>
        </p:spPr>
      </p:sp>
      <p:sp>
        <p:nvSpPr>
          <p:cNvPr id="6" name="Shape 4"/>
          <p:cNvSpPr/>
          <p:nvPr/>
        </p:nvSpPr>
        <p:spPr>
          <a:xfrm rot="-10800000">
            <a:off x="8763000" y="2509838"/>
            <a:ext cx="381000" cy="0"/>
          </a:xfrm>
          <a:prstGeom prst="line">
            <a:avLst/>
          </a:prstGeom>
          <a:noFill/>
          <a:ln w="12700">
            <a:solidFill>
              <a:srgbClr val="A2A2A2"/>
            </a:solidFill>
            <a:prstDash val="solid"/>
          </a:ln>
        </p:spPr>
      </p:sp>
      <p:sp>
        <p:nvSpPr>
          <p:cNvPr id="7" name="Text 5"/>
          <p:cNvSpPr/>
          <p:nvPr/>
        </p:nvSpPr>
        <p:spPr>
          <a:xfrm>
            <a:off x="381000" y="4908417"/>
            <a:ext cx="1977131" cy="12736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Truflation Brand Guidelines</a:t>
            </a:r>
            <a:endParaRPr lang="en-US" sz="669" dirty="0"/>
          </a:p>
        </p:txBody>
      </p:sp>
      <p:sp>
        <p:nvSpPr>
          <p:cNvPr id="8" name="Text 6"/>
          <p:cNvSpPr/>
          <p:nvPr/>
        </p:nvSpPr>
        <p:spPr>
          <a:xfrm>
            <a:off x="381000" y="3843338"/>
            <a:ext cx="3624263" cy="257175"/>
          </a:xfrm>
          <a:prstGeom prst="rect">
            <a:avLst/>
          </a:prstGeom>
          <a:noFill/>
          <a:ln/>
        </p:spPr>
        <p:txBody>
          <a:bodyPr wrap="square" rtlCol="0" anchor="ctr"/>
          <a:lstStyle/>
          <a:p>
            <a:pPr algn="l" indent="0" marL="0">
              <a:lnSpc>
                <a:spcPts val="1650"/>
              </a:lnSpc>
              <a:buNone/>
            </a:pPr>
            <a:r>
              <a:rPr lang="en-US" sz="1500" spc="-37" kern="0" dirty="0">
                <a:solidFill>
                  <a:srgbClr val="111111">
                    <a:alpha val="99000"/>
                  </a:srgbClr>
                </a:solidFill>
                <a:latin typeface="Inter" pitchFamily="34" charset="0"/>
                <a:ea typeface="Inter" pitchFamily="34" charset="-122"/>
                <a:cs typeface="Inter" pitchFamily="34" charset="-120"/>
              </a:rPr>
              <a:t>Iconography</a:t>
            </a:r>
            <a:endParaRPr lang="en-US" sz="1500" dirty="0"/>
          </a:p>
        </p:txBody>
      </p:sp>
      <p:sp>
        <p:nvSpPr>
          <p:cNvPr id="9" name="Text 7"/>
          <p:cNvSpPr/>
          <p:nvPr/>
        </p:nvSpPr>
        <p:spPr>
          <a:xfrm>
            <a:off x="3786188" y="3843338"/>
            <a:ext cx="4662488" cy="652463"/>
          </a:xfrm>
          <a:prstGeom prst="rect">
            <a:avLst/>
          </a:prstGeom>
          <a:noFill/>
          <a:ln/>
        </p:spPr>
        <p:txBody>
          <a:bodyPr wrap="square" rtlCol="0" anchor="ctr"/>
          <a:lstStyle/>
          <a:p>
            <a:pPr algn="l" indent="0" marL="0">
              <a:lnSpc>
                <a:spcPts val="999"/>
              </a:lnSpc>
              <a:buNone/>
            </a:pPr>
            <a:r>
              <a:rPr lang="en-US" sz="675" dirty="0">
                <a:solidFill>
                  <a:srgbClr val="111111">
                    <a:alpha val="99000"/>
                  </a:srgbClr>
                </a:solidFill>
                <a:latin typeface="Inter" pitchFamily="34" charset="0"/>
                <a:ea typeface="Inter" pitchFamily="34" charset="-122"/>
                <a:cs typeface="Inter" pitchFamily="34" charset="-120"/>
              </a:rPr>
              <a:t>We use Phosphor Icons, a flexible, clean, and modern icon library that supports multiple weights and styles. The icons maintain visual consistency across the interface and enhance clarity without overwhelming the design.</a:t>
            </a:r>
            <a:endParaRPr lang="en-US" sz="675" dirty="0"/>
          </a:p>
        </p:txBody>
      </p:sp>
      <p:sp>
        <p:nvSpPr>
          <p:cNvPr id="10" name="Text 8"/>
          <p:cNvSpPr/>
          <p:nvPr/>
        </p:nvSpPr>
        <p:spPr>
          <a:xfrm>
            <a:off x="4105275" y="1047750"/>
            <a:ext cx="1538288" cy="252413"/>
          </a:xfrm>
          <a:prstGeom prst="rect">
            <a:avLst/>
          </a:prstGeom>
          <a:noFill/>
          <a:ln/>
        </p:spPr>
        <p:txBody>
          <a:bodyPr wrap="square" rtlCol="0" anchor="ctr"/>
          <a:lstStyle/>
          <a:p>
            <a:pPr algn="l" indent="0" marL="0">
              <a:lnSpc>
                <a:spcPts val="1998"/>
              </a:lnSpc>
              <a:buNone/>
            </a:pPr>
            <a:r>
              <a:rPr lang="en-US" sz="1350" b="1" i="1" dirty="0">
                <a:solidFill>
                  <a:srgbClr val="111111">
                    <a:alpha val="99000"/>
                  </a:srgbClr>
                </a:solidFill>
                <a:latin typeface="Inter" pitchFamily="34" charset="0"/>
                <a:ea typeface="Inter" pitchFamily="34" charset="-122"/>
                <a:cs typeface="Inter" pitchFamily="34" charset="-120"/>
              </a:rPr>
              <a:t>Figma library</a:t>
            </a:r>
            <a:endParaRPr lang="en-US" sz="1350" dirty="0"/>
          </a:p>
        </p:txBody>
      </p:sp>
      <p:sp>
        <p:nvSpPr>
          <p:cNvPr id="11" name="Text 9"/>
          <p:cNvSpPr/>
          <p:nvPr/>
        </p:nvSpPr>
        <p:spPr>
          <a:xfrm>
            <a:off x="4433888" y="2262188"/>
            <a:ext cx="885825" cy="252413"/>
          </a:xfrm>
          <a:prstGeom prst="rect">
            <a:avLst/>
          </a:prstGeom>
          <a:noFill/>
          <a:ln/>
        </p:spPr>
        <p:txBody>
          <a:bodyPr wrap="square" rtlCol="0" anchor="ctr"/>
          <a:lstStyle/>
          <a:p>
            <a:pPr algn="l" indent="0" marL="0">
              <a:lnSpc>
                <a:spcPts val="1998"/>
              </a:lnSpc>
              <a:buNone/>
            </a:pPr>
            <a:r>
              <a:rPr lang="en-US" sz="1350" b="1" i="1" dirty="0">
                <a:solidFill>
                  <a:srgbClr val="111111">
                    <a:alpha val="99000"/>
                  </a:srgbClr>
                </a:solidFill>
                <a:latin typeface="Inter" pitchFamily="34" charset="0"/>
                <a:ea typeface="Inter" pitchFamily="34" charset="-122"/>
                <a:cs typeface="Inter" pitchFamily="34" charset="-120"/>
              </a:rPr>
              <a:t>Repo</a:t>
            </a:r>
            <a:endParaRPr lang="en-US" sz="1350" dirty="0"/>
          </a:p>
        </p:txBody>
      </p:sp>
      <p:sp>
        <p:nvSpPr>
          <p:cNvPr id="12" name="Text 10"/>
          <p:cNvSpPr/>
          <p:nvPr/>
        </p:nvSpPr>
        <p:spPr>
          <a:xfrm>
            <a:off x="3800475" y="4905375"/>
            <a:ext cx="938212"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Iconography</a:t>
            </a:r>
            <a:endParaRPr lang="en-US" sz="669" dirty="0"/>
          </a:p>
        </p:txBody>
      </p:sp>
      <p:sp>
        <p:nvSpPr>
          <p:cNvPr id="13" name="Text 11"/>
          <p:cNvSpPr/>
          <p:nvPr/>
        </p:nvSpPr>
        <p:spPr>
          <a:xfrm>
            <a:off x="8877300" y="4910138"/>
            <a:ext cx="561975"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15</a:t>
            </a:r>
            <a:endParaRPr lang="en-US" sz="669" dirty="0"/>
          </a:p>
        </p:txBody>
      </p:sp>
      <p:sp>
        <p:nvSpPr>
          <p:cNvPr id="14" name="Text 12"/>
          <p:cNvSpPr/>
          <p:nvPr/>
        </p:nvSpPr>
        <p:spPr>
          <a:xfrm>
            <a:off x="8867775" y="2667000"/>
            <a:ext cx="661988" cy="128588"/>
          </a:xfrm>
          <a:prstGeom prst="rect">
            <a:avLst/>
          </a:prstGeom>
          <a:noFill/>
          <a:ln/>
        </p:spPr>
        <p:txBody>
          <a:bodyPr wrap="square" rtlCol="0" anchor="ctr"/>
          <a:lstStyle/>
          <a:p>
            <a:pPr algn="l" indent="0" marL="0">
              <a:lnSpc>
                <a:spcPts val="984"/>
              </a:lnSpc>
              <a:buNone/>
            </a:pPr>
            <a:r>
              <a:rPr lang="en-US" sz="669" dirty="0">
                <a:solidFill>
                  <a:srgbClr val="000000">
                    <a:alpha val="99000"/>
                  </a:srgbClr>
                </a:solidFill>
                <a:latin typeface="IBM Plex Sans" pitchFamily="34" charset="0"/>
                <a:ea typeface="IBM Plex Sans" pitchFamily="34" charset="-122"/>
                <a:cs typeface="IBM Plex Sans" pitchFamily="34" charset="-120"/>
              </a:rPr>
              <a:t>2025</a:t>
            </a:r>
            <a:endParaRPr lang="en-US" sz="669" dirty="0"/>
          </a:p>
        </p:txBody>
      </p:sp>
      <p:sp>
        <p:nvSpPr>
          <p:cNvPr id="15" name="Text 13"/>
          <p:cNvSpPr/>
          <p:nvPr/>
        </p:nvSpPr>
        <p:spPr>
          <a:xfrm>
            <a:off x="1757363" y="1490663"/>
            <a:ext cx="6086475" cy="447675"/>
          </a:xfrm>
          <a:prstGeom prst="rect">
            <a:avLst/>
          </a:prstGeom>
          <a:noFill/>
          <a:ln/>
        </p:spPr>
        <p:txBody>
          <a:bodyPr wrap="square" rtlCol="0" anchor="ctr"/>
          <a:lstStyle/>
          <a:p>
            <a:pPr algn="ctr" indent="0" marL="0">
              <a:lnSpc>
                <a:spcPts val="1755"/>
              </a:lnSpc>
              <a:buNone/>
            </a:pPr>
            <a:r>
              <a:rPr lang="en-US" sz="1350" dirty="0">
                <a:solidFill>
                  <a:srgbClr val="404040">
                    <a:alpha val="99000"/>
                  </a:srgbClr>
                </a:solidFill>
                <a:latin typeface="IBM Plex Sans" pitchFamily="34" charset="0"/>
                <a:ea typeface="IBM Plex Sans" pitchFamily="34" charset="-122"/>
                <a:cs typeface="IBM Plex Sans" pitchFamily="34" charset="-120"/>
              </a:rPr>
              <a:t>https://www.figma.com/design/KjukCNtC2g6CdU3yMcXyHi/Phosphor-Icons--Community-?m=auto&amp;t=4DHq4L6zOAmkO9J4-6</a:t>
            </a:r>
            <a:endParaRPr lang="en-US" sz="1350" dirty="0"/>
          </a:p>
        </p:txBody>
      </p:sp>
      <p:sp>
        <p:nvSpPr>
          <p:cNvPr id="16" name="Text 14"/>
          <p:cNvSpPr/>
          <p:nvPr/>
        </p:nvSpPr>
        <p:spPr>
          <a:xfrm>
            <a:off x="2733675" y="2652713"/>
            <a:ext cx="4138613" cy="223838"/>
          </a:xfrm>
          <a:prstGeom prst="rect">
            <a:avLst/>
          </a:prstGeom>
          <a:noFill/>
          <a:ln/>
        </p:spPr>
        <p:txBody>
          <a:bodyPr wrap="square" rtlCol="0" anchor="ctr"/>
          <a:lstStyle/>
          <a:p>
            <a:pPr algn="l" indent="0" marL="0">
              <a:lnSpc>
                <a:spcPts val="1755"/>
              </a:lnSpc>
              <a:buNone/>
            </a:pPr>
            <a:r>
              <a:rPr lang="en-US" sz="1350" dirty="0">
                <a:solidFill>
                  <a:srgbClr val="404040">
                    <a:alpha val="99000"/>
                  </a:srgbClr>
                </a:solidFill>
                <a:latin typeface="IBM Plex Sans" pitchFamily="34" charset="0"/>
                <a:ea typeface="IBM Plex Sans" pitchFamily="34" charset="-122"/>
                <a:cs typeface="IBM Plex Sans" pitchFamily="34" charset="-120"/>
              </a:rPr>
              <a:t>https://github.com/phosphor-icons/homepage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2025-11-25T20:01:17Z</dcterms:created>
  <dcterms:modified xsi:type="dcterms:W3CDTF">2025-11-25T20:01:17Z</dcterms:modified>
</cp:coreProperties>
</file>